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7" r:id="rId2"/>
  </p:sldIdLst>
  <p:sldSz cx="15119350" cy="21383625"/>
  <p:notesSz cx="6858000" cy="9144000"/>
  <p:embeddedFontLst>
    <p:embeddedFont>
      <p:font typeface="Play" pitchFamily="2" charset="0"/>
      <p:regular r:id="rId4"/>
      <p:bold r:id="rId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gTvXHtdxQVAN9agyBVBXEeaB3x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54BB62-479E-4B14-9536-B2B5FF14256D}">
  <a:tblStyle styleId="{7E54BB62-479E-4B14-9536-B2B5FF14256D}" styleName="Table_0">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7"/>
  </p:normalViewPr>
  <p:slideViewPr>
    <p:cSldViewPr snapToGrid="0">
      <p:cViewPr varScale="1">
        <p:scale>
          <a:sx n="28" d="100"/>
          <a:sy n="28" d="100"/>
        </p:scale>
        <p:origin x="3328"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5" Type="http://schemas.openxmlformats.org/officeDocument/2006/relationships/font" Target="fonts/font2.fntdata"/><Relationship Id="rId10" Type="http://customschemas.google.com/relationships/presentationmetadata" Target="metadata"/><Relationship Id="rId4"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4"/>
          <p:cNvSpPr txBox="1">
            <a:spLocks noGrp="1"/>
          </p:cNvSpPr>
          <p:nvPr>
            <p:ph type="ctrTitle"/>
          </p:nvPr>
        </p:nvSpPr>
        <p:spPr>
          <a:xfrm>
            <a:off x="1133951" y="3499590"/>
            <a:ext cx="12851448" cy="744466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
          <p:cNvSpPr txBox="1">
            <a:spLocks noGrp="1"/>
          </p:cNvSpPr>
          <p:nvPr>
            <p:ph type="subTitle" idx="1"/>
          </p:nvPr>
        </p:nvSpPr>
        <p:spPr>
          <a:xfrm>
            <a:off x="1889919" y="11231355"/>
            <a:ext cx="11339513" cy="51627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654"/>
              </a:spcBef>
              <a:spcAft>
                <a:spcPts val="0"/>
              </a:spcAft>
              <a:buClr>
                <a:schemeClr val="dk1"/>
              </a:buClr>
              <a:buSzPts val="3968"/>
              <a:buNone/>
              <a:defRPr sz="3968"/>
            </a:lvl1pPr>
            <a:lvl2pPr lvl="1" algn="ctr">
              <a:lnSpc>
                <a:spcPct val="90000"/>
              </a:lnSpc>
              <a:spcBef>
                <a:spcPts val="827"/>
              </a:spcBef>
              <a:spcAft>
                <a:spcPts val="0"/>
              </a:spcAft>
              <a:buClr>
                <a:schemeClr val="dk1"/>
              </a:buClr>
              <a:buSzPts val="3307"/>
              <a:buNone/>
              <a:defRPr sz="3307"/>
            </a:lvl2pPr>
            <a:lvl3pPr lvl="2" algn="ctr">
              <a:lnSpc>
                <a:spcPct val="90000"/>
              </a:lnSpc>
              <a:spcBef>
                <a:spcPts val="827"/>
              </a:spcBef>
              <a:spcAft>
                <a:spcPts val="0"/>
              </a:spcAft>
              <a:buClr>
                <a:schemeClr val="dk1"/>
              </a:buClr>
              <a:buSzPts val="2976"/>
              <a:buNone/>
              <a:defRPr sz="2976"/>
            </a:lvl3pPr>
            <a:lvl4pPr lvl="3" algn="ctr">
              <a:lnSpc>
                <a:spcPct val="90000"/>
              </a:lnSpc>
              <a:spcBef>
                <a:spcPts val="827"/>
              </a:spcBef>
              <a:spcAft>
                <a:spcPts val="0"/>
              </a:spcAft>
              <a:buClr>
                <a:schemeClr val="dk1"/>
              </a:buClr>
              <a:buSzPts val="2646"/>
              <a:buNone/>
              <a:defRPr sz="2646"/>
            </a:lvl4pPr>
            <a:lvl5pPr lvl="4" algn="ctr">
              <a:lnSpc>
                <a:spcPct val="90000"/>
              </a:lnSpc>
              <a:spcBef>
                <a:spcPts val="827"/>
              </a:spcBef>
              <a:spcAft>
                <a:spcPts val="0"/>
              </a:spcAft>
              <a:buClr>
                <a:schemeClr val="dk1"/>
              </a:buClr>
              <a:buSzPts val="2646"/>
              <a:buNone/>
              <a:defRPr sz="2646"/>
            </a:lvl5pPr>
            <a:lvl6pPr lvl="5" algn="ctr">
              <a:lnSpc>
                <a:spcPct val="90000"/>
              </a:lnSpc>
              <a:spcBef>
                <a:spcPts val="827"/>
              </a:spcBef>
              <a:spcAft>
                <a:spcPts val="0"/>
              </a:spcAft>
              <a:buClr>
                <a:schemeClr val="dk1"/>
              </a:buClr>
              <a:buSzPts val="2646"/>
              <a:buNone/>
              <a:defRPr sz="2646"/>
            </a:lvl6pPr>
            <a:lvl7pPr lvl="6" algn="ctr">
              <a:lnSpc>
                <a:spcPct val="90000"/>
              </a:lnSpc>
              <a:spcBef>
                <a:spcPts val="827"/>
              </a:spcBef>
              <a:spcAft>
                <a:spcPts val="0"/>
              </a:spcAft>
              <a:buClr>
                <a:schemeClr val="dk1"/>
              </a:buClr>
              <a:buSzPts val="2646"/>
              <a:buNone/>
              <a:defRPr sz="2646"/>
            </a:lvl7pPr>
            <a:lvl8pPr lvl="7" algn="ctr">
              <a:lnSpc>
                <a:spcPct val="90000"/>
              </a:lnSpc>
              <a:spcBef>
                <a:spcPts val="827"/>
              </a:spcBef>
              <a:spcAft>
                <a:spcPts val="0"/>
              </a:spcAft>
              <a:buClr>
                <a:schemeClr val="dk1"/>
              </a:buClr>
              <a:buSzPts val="2646"/>
              <a:buNone/>
              <a:defRPr sz="2646"/>
            </a:lvl8pPr>
            <a:lvl9pPr lvl="8" algn="ctr">
              <a:lnSpc>
                <a:spcPct val="90000"/>
              </a:lnSpc>
              <a:spcBef>
                <a:spcPts val="827"/>
              </a:spcBef>
              <a:spcAft>
                <a:spcPts val="0"/>
              </a:spcAft>
              <a:buClr>
                <a:schemeClr val="dk1"/>
              </a:buClr>
              <a:buSzPts val="2646"/>
              <a:buNone/>
              <a:defRPr sz="2646"/>
            </a:lvl9pPr>
          </a:lstStyle>
          <a:p>
            <a:endParaRPr/>
          </a:p>
        </p:txBody>
      </p:sp>
      <p:sp>
        <p:nvSpPr>
          <p:cNvPr id="14" name="Google Shape;14;p4"/>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4"/>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body" idx="1"/>
          </p:nvPr>
        </p:nvSpPr>
        <p:spPr>
          <a:xfrm>
            <a:off x="1039456" y="5692400"/>
            <a:ext cx="13040439"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20" name="Google Shape;20;p5"/>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1031582" y="5331063"/>
            <a:ext cx="13040439" cy="889499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921"/>
              <a:buFont typeface="Play"/>
              <a:buNone/>
              <a:defRPr sz="992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
          <p:cNvSpPr txBox="1">
            <a:spLocks noGrp="1"/>
          </p:cNvSpPr>
          <p:nvPr>
            <p:ph type="body" idx="1"/>
          </p:nvPr>
        </p:nvSpPr>
        <p:spPr>
          <a:xfrm>
            <a:off x="1031582" y="14310205"/>
            <a:ext cx="13040439" cy="467766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rgbClr val="757575"/>
              </a:buClr>
              <a:buSzPts val="3968"/>
              <a:buNone/>
              <a:defRPr sz="3968">
                <a:solidFill>
                  <a:srgbClr val="757575"/>
                </a:solidFill>
              </a:defRPr>
            </a:lvl1pPr>
            <a:lvl2pPr marL="914400" lvl="1" indent="-228600" algn="l">
              <a:lnSpc>
                <a:spcPct val="90000"/>
              </a:lnSpc>
              <a:spcBef>
                <a:spcPts val="827"/>
              </a:spcBef>
              <a:spcAft>
                <a:spcPts val="0"/>
              </a:spcAft>
              <a:buClr>
                <a:srgbClr val="757575"/>
              </a:buClr>
              <a:buSzPts val="3307"/>
              <a:buNone/>
              <a:defRPr sz="3307">
                <a:solidFill>
                  <a:srgbClr val="757575"/>
                </a:solidFill>
              </a:defRPr>
            </a:lvl2pPr>
            <a:lvl3pPr marL="1371600" lvl="2" indent="-228600" algn="l">
              <a:lnSpc>
                <a:spcPct val="90000"/>
              </a:lnSpc>
              <a:spcBef>
                <a:spcPts val="827"/>
              </a:spcBef>
              <a:spcAft>
                <a:spcPts val="0"/>
              </a:spcAft>
              <a:buClr>
                <a:srgbClr val="757575"/>
              </a:buClr>
              <a:buSzPts val="2976"/>
              <a:buNone/>
              <a:defRPr sz="2976">
                <a:solidFill>
                  <a:srgbClr val="757575"/>
                </a:solidFill>
              </a:defRPr>
            </a:lvl3pPr>
            <a:lvl4pPr marL="1828800" lvl="3" indent="-228600" algn="l">
              <a:lnSpc>
                <a:spcPct val="90000"/>
              </a:lnSpc>
              <a:spcBef>
                <a:spcPts val="827"/>
              </a:spcBef>
              <a:spcAft>
                <a:spcPts val="0"/>
              </a:spcAft>
              <a:buClr>
                <a:srgbClr val="757575"/>
              </a:buClr>
              <a:buSzPts val="2646"/>
              <a:buNone/>
              <a:defRPr sz="2646">
                <a:solidFill>
                  <a:srgbClr val="757575"/>
                </a:solidFill>
              </a:defRPr>
            </a:lvl4pPr>
            <a:lvl5pPr marL="2286000" lvl="4" indent="-228600" algn="l">
              <a:lnSpc>
                <a:spcPct val="90000"/>
              </a:lnSpc>
              <a:spcBef>
                <a:spcPts val="827"/>
              </a:spcBef>
              <a:spcAft>
                <a:spcPts val="0"/>
              </a:spcAft>
              <a:buClr>
                <a:srgbClr val="757575"/>
              </a:buClr>
              <a:buSzPts val="2646"/>
              <a:buNone/>
              <a:defRPr sz="2646">
                <a:solidFill>
                  <a:srgbClr val="757575"/>
                </a:solidFill>
              </a:defRPr>
            </a:lvl5pPr>
            <a:lvl6pPr marL="2743200" lvl="5" indent="-228600" algn="l">
              <a:lnSpc>
                <a:spcPct val="90000"/>
              </a:lnSpc>
              <a:spcBef>
                <a:spcPts val="827"/>
              </a:spcBef>
              <a:spcAft>
                <a:spcPts val="0"/>
              </a:spcAft>
              <a:buClr>
                <a:srgbClr val="757575"/>
              </a:buClr>
              <a:buSzPts val="2646"/>
              <a:buNone/>
              <a:defRPr sz="2646">
                <a:solidFill>
                  <a:srgbClr val="757575"/>
                </a:solidFill>
              </a:defRPr>
            </a:lvl6pPr>
            <a:lvl7pPr marL="3200400" lvl="6" indent="-228600" algn="l">
              <a:lnSpc>
                <a:spcPct val="90000"/>
              </a:lnSpc>
              <a:spcBef>
                <a:spcPts val="827"/>
              </a:spcBef>
              <a:spcAft>
                <a:spcPts val="0"/>
              </a:spcAft>
              <a:buClr>
                <a:srgbClr val="757575"/>
              </a:buClr>
              <a:buSzPts val="2646"/>
              <a:buNone/>
              <a:defRPr sz="2646">
                <a:solidFill>
                  <a:srgbClr val="757575"/>
                </a:solidFill>
              </a:defRPr>
            </a:lvl7pPr>
            <a:lvl8pPr marL="3657600" lvl="7" indent="-228600" algn="l">
              <a:lnSpc>
                <a:spcPct val="90000"/>
              </a:lnSpc>
              <a:spcBef>
                <a:spcPts val="827"/>
              </a:spcBef>
              <a:spcAft>
                <a:spcPts val="0"/>
              </a:spcAft>
              <a:buClr>
                <a:srgbClr val="757575"/>
              </a:buClr>
              <a:buSzPts val="2646"/>
              <a:buNone/>
              <a:defRPr sz="2646">
                <a:solidFill>
                  <a:srgbClr val="757575"/>
                </a:solidFill>
              </a:defRPr>
            </a:lvl8pPr>
            <a:lvl9pPr marL="4114800" lvl="8" indent="-228600" algn="l">
              <a:lnSpc>
                <a:spcPct val="90000"/>
              </a:lnSpc>
              <a:spcBef>
                <a:spcPts val="827"/>
              </a:spcBef>
              <a:spcAft>
                <a:spcPts val="0"/>
              </a:spcAft>
              <a:buClr>
                <a:srgbClr val="757575"/>
              </a:buClr>
              <a:buSzPts val="2646"/>
              <a:buNone/>
              <a:defRPr sz="2646">
                <a:solidFill>
                  <a:srgbClr val="757575"/>
                </a:solidFill>
              </a:defRPr>
            </a:lvl9pPr>
          </a:lstStyle>
          <a:p>
            <a:endParaRPr/>
          </a:p>
        </p:txBody>
      </p:sp>
      <p:sp>
        <p:nvSpPr>
          <p:cNvPr id="26" name="Google Shape;26;p6"/>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1039455" y="5692400"/>
            <a:ext cx="6425724"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32" name="Google Shape;32;p7"/>
          <p:cNvSpPr txBox="1">
            <a:spLocks noGrp="1"/>
          </p:cNvSpPr>
          <p:nvPr>
            <p:ph type="body" idx="2"/>
          </p:nvPr>
        </p:nvSpPr>
        <p:spPr>
          <a:xfrm>
            <a:off x="7654171" y="5692400"/>
            <a:ext cx="6425724" cy="135677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33" name="Google Shape;33;p7"/>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1041425"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1041426" y="5241960"/>
            <a:ext cx="6396193" cy="256900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654"/>
              </a:spcBef>
              <a:spcAft>
                <a:spcPts val="0"/>
              </a:spcAft>
              <a:buClr>
                <a:schemeClr val="dk1"/>
              </a:buClr>
              <a:buSzPts val="3968"/>
              <a:buNone/>
              <a:defRPr sz="3968" b="1"/>
            </a:lvl1pPr>
            <a:lvl2pPr marL="914400" lvl="1" indent="-228600" algn="l">
              <a:lnSpc>
                <a:spcPct val="90000"/>
              </a:lnSpc>
              <a:spcBef>
                <a:spcPts val="827"/>
              </a:spcBef>
              <a:spcAft>
                <a:spcPts val="0"/>
              </a:spcAft>
              <a:buClr>
                <a:schemeClr val="dk1"/>
              </a:buClr>
              <a:buSzPts val="3307"/>
              <a:buNone/>
              <a:defRPr sz="3307" b="1"/>
            </a:lvl2pPr>
            <a:lvl3pPr marL="1371600" lvl="2" indent="-228600" algn="l">
              <a:lnSpc>
                <a:spcPct val="90000"/>
              </a:lnSpc>
              <a:spcBef>
                <a:spcPts val="827"/>
              </a:spcBef>
              <a:spcAft>
                <a:spcPts val="0"/>
              </a:spcAft>
              <a:buClr>
                <a:schemeClr val="dk1"/>
              </a:buClr>
              <a:buSzPts val="2976"/>
              <a:buNone/>
              <a:defRPr sz="2976" b="1"/>
            </a:lvl3pPr>
            <a:lvl4pPr marL="1828800" lvl="3" indent="-228600" algn="l">
              <a:lnSpc>
                <a:spcPct val="90000"/>
              </a:lnSpc>
              <a:spcBef>
                <a:spcPts val="827"/>
              </a:spcBef>
              <a:spcAft>
                <a:spcPts val="0"/>
              </a:spcAft>
              <a:buClr>
                <a:schemeClr val="dk1"/>
              </a:buClr>
              <a:buSzPts val="2646"/>
              <a:buNone/>
              <a:defRPr sz="2646" b="1"/>
            </a:lvl4pPr>
            <a:lvl5pPr marL="2286000" lvl="4" indent="-228600" algn="l">
              <a:lnSpc>
                <a:spcPct val="90000"/>
              </a:lnSpc>
              <a:spcBef>
                <a:spcPts val="827"/>
              </a:spcBef>
              <a:spcAft>
                <a:spcPts val="0"/>
              </a:spcAft>
              <a:buClr>
                <a:schemeClr val="dk1"/>
              </a:buClr>
              <a:buSzPts val="2646"/>
              <a:buNone/>
              <a:defRPr sz="2646" b="1"/>
            </a:lvl5pPr>
            <a:lvl6pPr marL="2743200" lvl="5" indent="-228600" algn="l">
              <a:lnSpc>
                <a:spcPct val="90000"/>
              </a:lnSpc>
              <a:spcBef>
                <a:spcPts val="827"/>
              </a:spcBef>
              <a:spcAft>
                <a:spcPts val="0"/>
              </a:spcAft>
              <a:buClr>
                <a:schemeClr val="dk1"/>
              </a:buClr>
              <a:buSzPts val="2646"/>
              <a:buNone/>
              <a:defRPr sz="2646" b="1"/>
            </a:lvl6pPr>
            <a:lvl7pPr marL="3200400" lvl="6" indent="-228600" algn="l">
              <a:lnSpc>
                <a:spcPct val="90000"/>
              </a:lnSpc>
              <a:spcBef>
                <a:spcPts val="827"/>
              </a:spcBef>
              <a:spcAft>
                <a:spcPts val="0"/>
              </a:spcAft>
              <a:buClr>
                <a:schemeClr val="dk1"/>
              </a:buClr>
              <a:buSzPts val="2646"/>
              <a:buNone/>
              <a:defRPr sz="2646" b="1"/>
            </a:lvl7pPr>
            <a:lvl8pPr marL="3657600" lvl="7" indent="-228600" algn="l">
              <a:lnSpc>
                <a:spcPct val="90000"/>
              </a:lnSpc>
              <a:spcBef>
                <a:spcPts val="827"/>
              </a:spcBef>
              <a:spcAft>
                <a:spcPts val="0"/>
              </a:spcAft>
              <a:buClr>
                <a:schemeClr val="dk1"/>
              </a:buClr>
              <a:buSzPts val="2646"/>
              <a:buNone/>
              <a:defRPr sz="2646" b="1"/>
            </a:lvl8pPr>
            <a:lvl9pPr marL="4114800" lvl="8" indent="-228600" algn="l">
              <a:lnSpc>
                <a:spcPct val="90000"/>
              </a:lnSpc>
              <a:spcBef>
                <a:spcPts val="827"/>
              </a:spcBef>
              <a:spcAft>
                <a:spcPts val="0"/>
              </a:spcAft>
              <a:buClr>
                <a:schemeClr val="dk1"/>
              </a:buClr>
              <a:buSzPts val="2646"/>
              <a:buNone/>
              <a:defRPr sz="2646" b="1"/>
            </a:lvl9pPr>
          </a:lstStyle>
          <a:p>
            <a:endParaRPr/>
          </a:p>
        </p:txBody>
      </p:sp>
      <p:sp>
        <p:nvSpPr>
          <p:cNvPr id="39" name="Google Shape;39;p8"/>
          <p:cNvSpPr txBox="1">
            <a:spLocks noGrp="1"/>
          </p:cNvSpPr>
          <p:nvPr>
            <p:ph type="body" idx="2"/>
          </p:nvPr>
        </p:nvSpPr>
        <p:spPr>
          <a:xfrm>
            <a:off x="1041426" y="7810963"/>
            <a:ext cx="6396193" cy="114887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40" name="Google Shape;40;p8"/>
          <p:cNvSpPr txBox="1">
            <a:spLocks noGrp="1"/>
          </p:cNvSpPr>
          <p:nvPr>
            <p:ph type="body" idx="3"/>
          </p:nvPr>
        </p:nvSpPr>
        <p:spPr>
          <a:xfrm>
            <a:off x="7654172" y="5241960"/>
            <a:ext cx="6427693" cy="256900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654"/>
              </a:spcBef>
              <a:spcAft>
                <a:spcPts val="0"/>
              </a:spcAft>
              <a:buClr>
                <a:schemeClr val="dk1"/>
              </a:buClr>
              <a:buSzPts val="3968"/>
              <a:buNone/>
              <a:defRPr sz="3968" b="1"/>
            </a:lvl1pPr>
            <a:lvl2pPr marL="914400" lvl="1" indent="-228600" algn="l">
              <a:lnSpc>
                <a:spcPct val="90000"/>
              </a:lnSpc>
              <a:spcBef>
                <a:spcPts val="827"/>
              </a:spcBef>
              <a:spcAft>
                <a:spcPts val="0"/>
              </a:spcAft>
              <a:buClr>
                <a:schemeClr val="dk1"/>
              </a:buClr>
              <a:buSzPts val="3307"/>
              <a:buNone/>
              <a:defRPr sz="3307" b="1"/>
            </a:lvl2pPr>
            <a:lvl3pPr marL="1371600" lvl="2" indent="-228600" algn="l">
              <a:lnSpc>
                <a:spcPct val="90000"/>
              </a:lnSpc>
              <a:spcBef>
                <a:spcPts val="827"/>
              </a:spcBef>
              <a:spcAft>
                <a:spcPts val="0"/>
              </a:spcAft>
              <a:buClr>
                <a:schemeClr val="dk1"/>
              </a:buClr>
              <a:buSzPts val="2976"/>
              <a:buNone/>
              <a:defRPr sz="2976" b="1"/>
            </a:lvl3pPr>
            <a:lvl4pPr marL="1828800" lvl="3" indent="-228600" algn="l">
              <a:lnSpc>
                <a:spcPct val="90000"/>
              </a:lnSpc>
              <a:spcBef>
                <a:spcPts val="827"/>
              </a:spcBef>
              <a:spcAft>
                <a:spcPts val="0"/>
              </a:spcAft>
              <a:buClr>
                <a:schemeClr val="dk1"/>
              </a:buClr>
              <a:buSzPts val="2646"/>
              <a:buNone/>
              <a:defRPr sz="2646" b="1"/>
            </a:lvl4pPr>
            <a:lvl5pPr marL="2286000" lvl="4" indent="-228600" algn="l">
              <a:lnSpc>
                <a:spcPct val="90000"/>
              </a:lnSpc>
              <a:spcBef>
                <a:spcPts val="827"/>
              </a:spcBef>
              <a:spcAft>
                <a:spcPts val="0"/>
              </a:spcAft>
              <a:buClr>
                <a:schemeClr val="dk1"/>
              </a:buClr>
              <a:buSzPts val="2646"/>
              <a:buNone/>
              <a:defRPr sz="2646" b="1"/>
            </a:lvl5pPr>
            <a:lvl6pPr marL="2743200" lvl="5" indent="-228600" algn="l">
              <a:lnSpc>
                <a:spcPct val="90000"/>
              </a:lnSpc>
              <a:spcBef>
                <a:spcPts val="827"/>
              </a:spcBef>
              <a:spcAft>
                <a:spcPts val="0"/>
              </a:spcAft>
              <a:buClr>
                <a:schemeClr val="dk1"/>
              </a:buClr>
              <a:buSzPts val="2646"/>
              <a:buNone/>
              <a:defRPr sz="2646" b="1"/>
            </a:lvl6pPr>
            <a:lvl7pPr marL="3200400" lvl="6" indent="-228600" algn="l">
              <a:lnSpc>
                <a:spcPct val="90000"/>
              </a:lnSpc>
              <a:spcBef>
                <a:spcPts val="827"/>
              </a:spcBef>
              <a:spcAft>
                <a:spcPts val="0"/>
              </a:spcAft>
              <a:buClr>
                <a:schemeClr val="dk1"/>
              </a:buClr>
              <a:buSzPts val="2646"/>
              <a:buNone/>
              <a:defRPr sz="2646" b="1"/>
            </a:lvl7pPr>
            <a:lvl8pPr marL="3657600" lvl="7" indent="-228600" algn="l">
              <a:lnSpc>
                <a:spcPct val="90000"/>
              </a:lnSpc>
              <a:spcBef>
                <a:spcPts val="827"/>
              </a:spcBef>
              <a:spcAft>
                <a:spcPts val="0"/>
              </a:spcAft>
              <a:buClr>
                <a:schemeClr val="dk1"/>
              </a:buClr>
              <a:buSzPts val="2646"/>
              <a:buNone/>
              <a:defRPr sz="2646" b="1"/>
            </a:lvl8pPr>
            <a:lvl9pPr marL="4114800" lvl="8" indent="-228600" algn="l">
              <a:lnSpc>
                <a:spcPct val="90000"/>
              </a:lnSpc>
              <a:spcBef>
                <a:spcPts val="827"/>
              </a:spcBef>
              <a:spcAft>
                <a:spcPts val="0"/>
              </a:spcAft>
              <a:buClr>
                <a:schemeClr val="dk1"/>
              </a:buClr>
              <a:buSzPts val="2646"/>
              <a:buNone/>
              <a:defRPr sz="2646" b="1"/>
            </a:lvl9pPr>
          </a:lstStyle>
          <a:p>
            <a:endParaRPr/>
          </a:p>
        </p:txBody>
      </p:sp>
      <p:sp>
        <p:nvSpPr>
          <p:cNvPr id="41" name="Google Shape;41;p8"/>
          <p:cNvSpPr txBox="1">
            <a:spLocks noGrp="1"/>
          </p:cNvSpPr>
          <p:nvPr>
            <p:ph type="body" idx="4"/>
          </p:nvPr>
        </p:nvSpPr>
        <p:spPr>
          <a:xfrm>
            <a:off x="7654172" y="7810963"/>
            <a:ext cx="6427693" cy="114887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42" name="Google Shape;42;p8"/>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8"/>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8"/>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10"/>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1041425" y="1425575"/>
            <a:ext cx="4876384" cy="498951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6427693" y="3078850"/>
            <a:ext cx="7654171" cy="15196234"/>
          </a:xfrm>
          <a:prstGeom prst="rect">
            <a:avLst/>
          </a:prstGeom>
          <a:noFill/>
          <a:ln>
            <a:noFill/>
          </a:ln>
        </p:spPr>
        <p:txBody>
          <a:bodyPr spcFirstLastPara="1" wrap="square" lIns="91425" tIns="45700" rIns="91425" bIns="45700" anchor="t" anchorCtr="0">
            <a:normAutofit/>
          </a:bodyPr>
          <a:lstStyle>
            <a:lvl1pPr marL="457200" lvl="0" indent="-564578" algn="l">
              <a:lnSpc>
                <a:spcPct val="90000"/>
              </a:lnSpc>
              <a:spcBef>
                <a:spcPts val="1654"/>
              </a:spcBef>
              <a:spcAft>
                <a:spcPts val="0"/>
              </a:spcAft>
              <a:buClr>
                <a:schemeClr val="dk1"/>
              </a:buClr>
              <a:buSzPts val="5291"/>
              <a:buChar char="•"/>
              <a:defRPr sz="5291"/>
            </a:lvl1pPr>
            <a:lvl2pPr marL="914400" lvl="1" indent="-522605" algn="l">
              <a:lnSpc>
                <a:spcPct val="90000"/>
              </a:lnSpc>
              <a:spcBef>
                <a:spcPts val="827"/>
              </a:spcBef>
              <a:spcAft>
                <a:spcPts val="0"/>
              </a:spcAft>
              <a:buClr>
                <a:schemeClr val="dk1"/>
              </a:buClr>
              <a:buSzPts val="4630"/>
              <a:buChar char="•"/>
              <a:defRPr sz="4630"/>
            </a:lvl2pPr>
            <a:lvl3pPr marL="1371600" lvl="2" indent="-480567" algn="l">
              <a:lnSpc>
                <a:spcPct val="90000"/>
              </a:lnSpc>
              <a:spcBef>
                <a:spcPts val="827"/>
              </a:spcBef>
              <a:spcAft>
                <a:spcPts val="0"/>
              </a:spcAft>
              <a:buClr>
                <a:schemeClr val="dk1"/>
              </a:buClr>
              <a:buSzPts val="3968"/>
              <a:buChar char="•"/>
              <a:defRPr sz="3968"/>
            </a:lvl3pPr>
            <a:lvl4pPr marL="1828800" lvl="3" indent="-438594" algn="l">
              <a:lnSpc>
                <a:spcPct val="90000"/>
              </a:lnSpc>
              <a:spcBef>
                <a:spcPts val="827"/>
              </a:spcBef>
              <a:spcAft>
                <a:spcPts val="0"/>
              </a:spcAft>
              <a:buClr>
                <a:schemeClr val="dk1"/>
              </a:buClr>
              <a:buSzPts val="3307"/>
              <a:buChar char="•"/>
              <a:defRPr sz="3307"/>
            </a:lvl4pPr>
            <a:lvl5pPr marL="2286000" lvl="4" indent="-438594" algn="l">
              <a:lnSpc>
                <a:spcPct val="90000"/>
              </a:lnSpc>
              <a:spcBef>
                <a:spcPts val="827"/>
              </a:spcBef>
              <a:spcAft>
                <a:spcPts val="0"/>
              </a:spcAft>
              <a:buClr>
                <a:schemeClr val="dk1"/>
              </a:buClr>
              <a:buSzPts val="3307"/>
              <a:buChar char="•"/>
              <a:defRPr sz="3307"/>
            </a:lvl5pPr>
            <a:lvl6pPr marL="2743200" lvl="5" indent="-438594" algn="l">
              <a:lnSpc>
                <a:spcPct val="90000"/>
              </a:lnSpc>
              <a:spcBef>
                <a:spcPts val="827"/>
              </a:spcBef>
              <a:spcAft>
                <a:spcPts val="0"/>
              </a:spcAft>
              <a:buClr>
                <a:schemeClr val="dk1"/>
              </a:buClr>
              <a:buSzPts val="3307"/>
              <a:buChar char="•"/>
              <a:defRPr sz="3307"/>
            </a:lvl6pPr>
            <a:lvl7pPr marL="3200400" lvl="6" indent="-438594" algn="l">
              <a:lnSpc>
                <a:spcPct val="90000"/>
              </a:lnSpc>
              <a:spcBef>
                <a:spcPts val="827"/>
              </a:spcBef>
              <a:spcAft>
                <a:spcPts val="0"/>
              </a:spcAft>
              <a:buClr>
                <a:schemeClr val="dk1"/>
              </a:buClr>
              <a:buSzPts val="3307"/>
              <a:buChar char="•"/>
              <a:defRPr sz="3307"/>
            </a:lvl7pPr>
            <a:lvl8pPr marL="3657600" lvl="7" indent="-438594" algn="l">
              <a:lnSpc>
                <a:spcPct val="90000"/>
              </a:lnSpc>
              <a:spcBef>
                <a:spcPts val="827"/>
              </a:spcBef>
              <a:spcAft>
                <a:spcPts val="0"/>
              </a:spcAft>
              <a:buClr>
                <a:schemeClr val="dk1"/>
              </a:buClr>
              <a:buSzPts val="3307"/>
              <a:buChar char="•"/>
              <a:defRPr sz="3307"/>
            </a:lvl8pPr>
            <a:lvl9pPr marL="4114800" lvl="8" indent="-438594" algn="l">
              <a:lnSpc>
                <a:spcPct val="90000"/>
              </a:lnSpc>
              <a:spcBef>
                <a:spcPts val="827"/>
              </a:spcBef>
              <a:spcAft>
                <a:spcPts val="0"/>
              </a:spcAft>
              <a:buClr>
                <a:schemeClr val="dk1"/>
              </a:buClr>
              <a:buSzPts val="3307"/>
              <a:buChar char="•"/>
              <a:defRPr sz="3307"/>
            </a:lvl9pPr>
          </a:lstStyle>
          <a:p>
            <a:endParaRPr/>
          </a:p>
        </p:txBody>
      </p:sp>
      <p:sp>
        <p:nvSpPr>
          <p:cNvPr id="57" name="Google Shape;57;p11"/>
          <p:cNvSpPr txBox="1">
            <a:spLocks noGrp="1"/>
          </p:cNvSpPr>
          <p:nvPr>
            <p:ph type="body" idx="2"/>
          </p:nvPr>
        </p:nvSpPr>
        <p:spPr>
          <a:xfrm>
            <a:off x="1041425" y="6415088"/>
            <a:ext cx="4876384" cy="118847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chemeClr val="dk1"/>
              </a:buClr>
              <a:buSzPts val="2646"/>
              <a:buNone/>
              <a:defRPr sz="2646"/>
            </a:lvl1pPr>
            <a:lvl2pPr marL="914400" lvl="1" indent="-228600" algn="l">
              <a:lnSpc>
                <a:spcPct val="90000"/>
              </a:lnSpc>
              <a:spcBef>
                <a:spcPts val="827"/>
              </a:spcBef>
              <a:spcAft>
                <a:spcPts val="0"/>
              </a:spcAft>
              <a:buClr>
                <a:schemeClr val="dk1"/>
              </a:buClr>
              <a:buSzPts val="2315"/>
              <a:buNone/>
              <a:defRPr sz="2315"/>
            </a:lvl2pPr>
            <a:lvl3pPr marL="1371600" lvl="2" indent="-228600" algn="l">
              <a:lnSpc>
                <a:spcPct val="90000"/>
              </a:lnSpc>
              <a:spcBef>
                <a:spcPts val="827"/>
              </a:spcBef>
              <a:spcAft>
                <a:spcPts val="0"/>
              </a:spcAft>
              <a:buClr>
                <a:schemeClr val="dk1"/>
              </a:buClr>
              <a:buSzPts val="1984"/>
              <a:buNone/>
              <a:defRPr sz="1984"/>
            </a:lvl3pPr>
            <a:lvl4pPr marL="1828800" lvl="3" indent="-228600" algn="l">
              <a:lnSpc>
                <a:spcPct val="90000"/>
              </a:lnSpc>
              <a:spcBef>
                <a:spcPts val="827"/>
              </a:spcBef>
              <a:spcAft>
                <a:spcPts val="0"/>
              </a:spcAft>
              <a:buClr>
                <a:schemeClr val="dk1"/>
              </a:buClr>
              <a:buSzPts val="1654"/>
              <a:buNone/>
              <a:defRPr sz="1654"/>
            </a:lvl4pPr>
            <a:lvl5pPr marL="2286000" lvl="4" indent="-228600" algn="l">
              <a:lnSpc>
                <a:spcPct val="90000"/>
              </a:lnSpc>
              <a:spcBef>
                <a:spcPts val="827"/>
              </a:spcBef>
              <a:spcAft>
                <a:spcPts val="0"/>
              </a:spcAft>
              <a:buClr>
                <a:schemeClr val="dk1"/>
              </a:buClr>
              <a:buSzPts val="1654"/>
              <a:buNone/>
              <a:defRPr sz="1654"/>
            </a:lvl5pPr>
            <a:lvl6pPr marL="2743200" lvl="5" indent="-228600" algn="l">
              <a:lnSpc>
                <a:spcPct val="90000"/>
              </a:lnSpc>
              <a:spcBef>
                <a:spcPts val="827"/>
              </a:spcBef>
              <a:spcAft>
                <a:spcPts val="0"/>
              </a:spcAft>
              <a:buClr>
                <a:schemeClr val="dk1"/>
              </a:buClr>
              <a:buSzPts val="1654"/>
              <a:buNone/>
              <a:defRPr sz="1654"/>
            </a:lvl6pPr>
            <a:lvl7pPr marL="3200400" lvl="6" indent="-228600" algn="l">
              <a:lnSpc>
                <a:spcPct val="90000"/>
              </a:lnSpc>
              <a:spcBef>
                <a:spcPts val="827"/>
              </a:spcBef>
              <a:spcAft>
                <a:spcPts val="0"/>
              </a:spcAft>
              <a:buClr>
                <a:schemeClr val="dk1"/>
              </a:buClr>
              <a:buSzPts val="1654"/>
              <a:buNone/>
              <a:defRPr sz="1654"/>
            </a:lvl7pPr>
            <a:lvl8pPr marL="3657600" lvl="7" indent="-228600" algn="l">
              <a:lnSpc>
                <a:spcPct val="90000"/>
              </a:lnSpc>
              <a:spcBef>
                <a:spcPts val="827"/>
              </a:spcBef>
              <a:spcAft>
                <a:spcPts val="0"/>
              </a:spcAft>
              <a:buClr>
                <a:schemeClr val="dk1"/>
              </a:buClr>
              <a:buSzPts val="1654"/>
              <a:buNone/>
              <a:defRPr sz="1654"/>
            </a:lvl8pPr>
            <a:lvl9pPr marL="4114800" lvl="8" indent="-228600" algn="l">
              <a:lnSpc>
                <a:spcPct val="90000"/>
              </a:lnSpc>
              <a:spcBef>
                <a:spcPts val="827"/>
              </a:spcBef>
              <a:spcAft>
                <a:spcPts val="0"/>
              </a:spcAft>
              <a:buClr>
                <a:schemeClr val="dk1"/>
              </a:buClr>
              <a:buSzPts val="1654"/>
              <a:buNone/>
              <a:defRPr sz="1654"/>
            </a:lvl9pPr>
          </a:lstStyle>
          <a:p>
            <a:endParaRPr/>
          </a:p>
        </p:txBody>
      </p:sp>
      <p:sp>
        <p:nvSpPr>
          <p:cNvPr id="58" name="Google Shape;58;p11"/>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1"/>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1041425" y="1425575"/>
            <a:ext cx="4876384" cy="498951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91"/>
              <a:buFont typeface="Play"/>
              <a:buNone/>
              <a:defRPr sz="529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2"/>
          <p:cNvSpPr>
            <a:spLocks noGrp="1"/>
          </p:cNvSpPr>
          <p:nvPr>
            <p:ph type="pic" idx="2"/>
          </p:nvPr>
        </p:nvSpPr>
        <p:spPr>
          <a:xfrm>
            <a:off x="6427693" y="3078850"/>
            <a:ext cx="7654171" cy="15196234"/>
          </a:xfrm>
          <a:prstGeom prst="rect">
            <a:avLst/>
          </a:prstGeom>
          <a:noFill/>
          <a:ln>
            <a:noFill/>
          </a:ln>
        </p:spPr>
      </p:sp>
      <p:sp>
        <p:nvSpPr>
          <p:cNvPr id="64" name="Google Shape;64;p12"/>
          <p:cNvSpPr txBox="1">
            <a:spLocks noGrp="1"/>
          </p:cNvSpPr>
          <p:nvPr>
            <p:ph type="body" idx="1"/>
          </p:nvPr>
        </p:nvSpPr>
        <p:spPr>
          <a:xfrm>
            <a:off x="1041425" y="6415088"/>
            <a:ext cx="4876384" cy="118847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654"/>
              </a:spcBef>
              <a:spcAft>
                <a:spcPts val="0"/>
              </a:spcAft>
              <a:buClr>
                <a:schemeClr val="dk1"/>
              </a:buClr>
              <a:buSzPts val="2646"/>
              <a:buNone/>
              <a:defRPr sz="2646"/>
            </a:lvl1pPr>
            <a:lvl2pPr marL="914400" lvl="1" indent="-228600" algn="l">
              <a:lnSpc>
                <a:spcPct val="90000"/>
              </a:lnSpc>
              <a:spcBef>
                <a:spcPts val="827"/>
              </a:spcBef>
              <a:spcAft>
                <a:spcPts val="0"/>
              </a:spcAft>
              <a:buClr>
                <a:schemeClr val="dk1"/>
              </a:buClr>
              <a:buSzPts val="2315"/>
              <a:buNone/>
              <a:defRPr sz="2315"/>
            </a:lvl2pPr>
            <a:lvl3pPr marL="1371600" lvl="2" indent="-228600" algn="l">
              <a:lnSpc>
                <a:spcPct val="90000"/>
              </a:lnSpc>
              <a:spcBef>
                <a:spcPts val="827"/>
              </a:spcBef>
              <a:spcAft>
                <a:spcPts val="0"/>
              </a:spcAft>
              <a:buClr>
                <a:schemeClr val="dk1"/>
              </a:buClr>
              <a:buSzPts val="1984"/>
              <a:buNone/>
              <a:defRPr sz="1984"/>
            </a:lvl3pPr>
            <a:lvl4pPr marL="1828800" lvl="3" indent="-228600" algn="l">
              <a:lnSpc>
                <a:spcPct val="90000"/>
              </a:lnSpc>
              <a:spcBef>
                <a:spcPts val="827"/>
              </a:spcBef>
              <a:spcAft>
                <a:spcPts val="0"/>
              </a:spcAft>
              <a:buClr>
                <a:schemeClr val="dk1"/>
              </a:buClr>
              <a:buSzPts val="1654"/>
              <a:buNone/>
              <a:defRPr sz="1654"/>
            </a:lvl4pPr>
            <a:lvl5pPr marL="2286000" lvl="4" indent="-228600" algn="l">
              <a:lnSpc>
                <a:spcPct val="90000"/>
              </a:lnSpc>
              <a:spcBef>
                <a:spcPts val="827"/>
              </a:spcBef>
              <a:spcAft>
                <a:spcPts val="0"/>
              </a:spcAft>
              <a:buClr>
                <a:schemeClr val="dk1"/>
              </a:buClr>
              <a:buSzPts val="1654"/>
              <a:buNone/>
              <a:defRPr sz="1654"/>
            </a:lvl5pPr>
            <a:lvl6pPr marL="2743200" lvl="5" indent="-228600" algn="l">
              <a:lnSpc>
                <a:spcPct val="90000"/>
              </a:lnSpc>
              <a:spcBef>
                <a:spcPts val="827"/>
              </a:spcBef>
              <a:spcAft>
                <a:spcPts val="0"/>
              </a:spcAft>
              <a:buClr>
                <a:schemeClr val="dk1"/>
              </a:buClr>
              <a:buSzPts val="1654"/>
              <a:buNone/>
              <a:defRPr sz="1654"/>
            </a:lvl6pPr>
            <a:lvl7pPr marL="3200400" lvl="6" indent="-228600" algn="l">
              <a:lnSpc>
                <a:spcPct val="90000"/>
              </a:lnSpc>
              <a:spcBef>
                <a:spcPts val="827"/>
              </a:spcBef>
              <a:spcAft>
                <a:spcPts val="0"/>
              </a:spcAft>
              <a:buClr>
                <a:schemeClr val="dk1"/>
              </a:buClr>
              <a:buSzPts val="1654"/>
              <a:buNone/>
              <a:defRPr sz="1654"/>
            </a:lvl7pPr>
            <a:lvl8pPr marL="3657600" lvl="7" indent="-228600" algn="l">
              <a:lnSpc>
                <a:spcPct val="90000"/>
              </a:lnSpc>
              <a:spcBef>
                <a:spcPts val="827"/>
              </a:spcBef>
              <a:spcAft>
                <a:spcPts val="0"/>
              </a:spcAft>
              <a:buClr>
                <a:schemeClr val="dk1"/>
              </a:buClr>
              <a:buSzPts val="1654"/>
              <a:buNone/>
              <a:defRPr sz="1654"/>
            </a:lvl8pPr>
            <a:lvl9pPr marL="4114800" lvl="8" indent="-228600" algn="l">
              <a:lnSpc>
                <a:spcPct val="90000"/>
              </a:lnSpc>
              <a:spcBef>
                <a:spcPts val="827"/>
              </a:spcBef>
              <a:spcAft>
                <a:spcPts val="0"/>
              </a:spcAft>
              <a:buClr>
                <a:schemeClr val="dk1"/>
              </a:buClr>
              <a:buSzPts val="1654"/>
              <a:buNone/>
              <a:defRPr sz="1654"/>
            </a:lvl9pPr>
          </a:lstStyle>
          <a:p>
            <a:endParaRPr/>
          </a:p>
        </p:txBody>
      </p:sp>
      <p:sp>
        <p:nvSpPr>
          <p:cNvPr id="65" name="Google Shape;65;p12"/>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3"/>
          <p:cNvSpPr txBox="1">
            <a:spLocks noGrp="1"/>
          </p:cNvSpPr>
          <p:nvPr>
            <p:ph type="body" idx="1"/>
          </p:nvPr>
        </p:nvSpPr>
        <p:spPr>
          <a:xfrm rot="5400000">
            <a:off x="775818" y="5956038"/>
            <a:ext cx="13567714" cy="1304043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71" name="Google Shape;71;p13"/>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3"/>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rot="5400000">
            <a:off x="3389024" y="8569242"/>
            <a:ext cx="18121634" cy="326011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4"/>
          <p:cNvSpPr txBox="1">
            <a:spLocks noGrp="1"/>
          </p:cNvSpPr>
          <p:nvPr>
            <p:ph type="body" idx="1"/>
          </p:nvPr>
        </p:nvSpPr>
        <p:spPr>
          <a:xfrm rot="5400000">
            <a:off x="-3225692" y="5403628"/>
            <a:ext cx="18121634" cy="959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654"/>
              </a:spcBef>
              <a:spcAft>
                <a:spcPts val="0"/>
              </a:spcAft>
              <a:buClr>
                <a:schemeClr val="dk1"/>
              </a:buClr>
              <a:buSzPts val="1800"/>
              <a:buChar char="•"/>
              <a:defRPr/>
            </a:lvl1pPr>
            <a:lvl2pPr marL="914400" lvl="1" indent="-342900" algn="l">
              <a:lnSpc>
                <a:spcPct val="90000"/>
              </a:lnSpc>
              <a:spcBef>
                <a:spcPts val="827"/>
              </a:spcBef>
              <a:spcAft>
                <a:spcPts val="0"/>
              </a:spcAft>
              <a:buClr>
                <a:schemeClr val="dk1"/>
              </a:buClr>
              <a:buSzPts val="1800"/>
              <a:buChar char="•"/>
              <a:defRPr/>
            </a:lvl2pPr>
            <a:lvl3pPr marL="1371600" lvl="2" indent="-342900" algn="l">
              <a:lnSpc>
                <a:spcPct val="90000"/>
              </a:lnSpc>
              <a:spcBef>
                <a:spcPts val="827"/>
              </a:spcBef>
              <a:spcAft>
                <a:spcPts val="0"/>
              </a:spcAft>
              <a:buClr>
                <a:schemeClr val="dk1"/>
              </a:buClr>
              <a:buSzPts val="1800"/>
              <a:buChar char="•"/>
              <a:defRPr/>
            </a:lvl3pPr>
            <a:lvl4pPr marL="1828800" lvl="3" indent="-342900" algn="l">
              <a:lnSpc>
                <a:spcPct val="90000"/>
              </a:lnSpc>
              <a:spcBef>
                <a:spcPts val="827"/>
              </a:spcBef>
              <a:spcAft>
                <a:spcPts val="0"/>
              </a:spcAft>
              <a:buClr>
                <a:schemeClr val="dk1"/>
              </a:buClr>
              <a:buSzPts val="1800"/>
              <a:buChar char="•"/>
              <a:defRPr/>
            </a:lvl4pPr>
            <a:lvl5pPr marL="2286000" lvl="4" indent="-342900" algn="l">
              <a:lnSpc>
                <a:spcPct val="90000"/>
              </a:lnSpc>
              <a:spcBef>
                <a:spcPts val="827"/>
              </a:spcBef>
              <a:spcAft>
                <a:spcPts val="0"/>
              </a:spcAft>
              <a:buClr>
                <a:schemeClr val="dk1"/>
              </a:buClr>
              <a:buSzPts val="1800"/>
              <a:buChar char="•"/>
              <a:defRPr/>
            </a:lvl5pPr>
            <a:lvl6pPr marL="2743200" lvl="5" indent="-342900" algn="l">
              <a:lnSpc>
                <a:spcPct val="90000"/>
              </a:lnSpc>
              <a:spcBef>
                <a:spcPts val="827"/>
              </a:spcBef>
              <a:spcAft>
                <a:spcPts val="0"/>
              </a:spcAft>
              <a:buClr>
                <a:schemeClr val="dk1"/>
              </a:buClr>
              <a:buSzPts val="1800"/>
              <a:buChar char="•"/>
              <a:defRPr/>
            </a:lvl6pPr>
            <a:lvl7pPr marL="3200400" lvl="6" indent="-342900" algn="l">
              <a:lnSpc>
                <a:spcPct val="90000"/>
              </a:lnSpc>
              <a:spcBef>
                <a:spcPts val="827"/>
              </a:spcBef>
              <a:spcAft>
                <a:spcPts val="0"/>
              </a:spcAft>
              <a:buClr>
                <a:schemeClr val="dk1"/>
              </a:buClr>
              <a:buSzPts val="1800"/>
              <a:buChar char="•"/>
              <a:defRPr/>
            </a:lvl7pPr>
            <a:lvl8pPr marL="3657600" lvl="7" indent="-342900" algn="l">
              <a:lnSpc>
                <a:spcPct val="90000"/>
              </a:lnSpc>
              <a:spcBef>
                <a:spcPts val="827"/>
              </a:spcBef>
              <a:spcAft>
                <a:spcPts val="0"/>
              </a:spcAft>
              <a:buClr>
                <a:schemeClr val="dk1"/>
              </a:buClr>
              <a:buSzPts val="1800"/>
              <a:buChar char="•"/>
              <a:defRPr/>
            </a:lvl8pPr>
            <a:lvl9pPr marL="4114800" lvl="8" indent="-342900" algn="l">
              <a:lnSpc>
                <a:spcPct val="90000"/>
              </a:lnSpc>
              <a:spcBef>
                <a:spcPts val="827"/>
              </a:spcBef>
              <a:spcAft>
                <a:spcPts val="0"/>
              </a:spcAft>
              <a:buClr>
                <a:schemeClr val="dk1"/>
              </a:buClr>
              <a:buSzPts val="1800"/>
              <a:buChar char="•"/>
              <a:defRPr/>
            </a:lvl9pPr>
          </a:lstStyle>
          <a:p>
            <a:endParaRPr/>
          </a:p>
        </p:txBody>
      </p:sp>
      <p:sp>
        <p:nvSpPr>
          <p:cNvPr id="77" name="Google Shape;77;p14"/>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4"/>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4"/>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
          <p:cNvSpPr txBox="1">
            <a:spLocks noGrp="1"/>
          </p:cNvSpPr>
          <p:nvPr>
            <p:ph type="title"/>
          </p:nvPr>
        </p:nvSpPr>
        <p:spPr>
          <a:xfrm>
            <a:off x="1039456" y="1138485"/>
            <a:ext cx="13040439" cy="413317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7275"/>
              <a:buFont typeface="Play"/>
              <a:buNone/>
              <a:defRPr sz="7275"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
          <p:cNvSpPr txBox="1">
            <a:spLocks noGrp="1"/>
          </p:cNvSpPr>
          <p:nvPr>
            <p:ph type="body" idx="1"/>
          </p:nvPr>
        </p:nvSpPr>
        <p:spPr>
          <a:xfrm>
            <a:off x="1039456" y="5692400"/>
            <a:ext cx="13040439" cy="13567714"/>
          </a:xfrm>
          <a:prstGeom prst="rect">
            <a:avLst/>
          </a:prstGeom>
          <a:noFill/>
          <a:ln>
            <a:noFill/>
          </a:ln>
        </p:spPr>
        <p:txBody>
          <a:bodyPr spcFirstLastPara="1" wrap="square" lIns="91425" tIns="45700" rIns="91425" bIns="45700" anchor="t" anchorCtr="0">
            <a:normAutofit/>
          </a:bodyPr>
          <a:lstStyle>
            <a:lvl1pPr marL="457200" marR="0" lvl="0" indent="-522605" algn="l" rtl="0">
              <a:lnSpc>
                <a:spcPct val="90000"/>
              </a:lnSpc>
              <a:spcBef>
                <a:spcPts val="1654"/>
              </a:spcBef>
              <a:spcAft>
                <a:spcPts val="0"/>
              </a:spcAft>
              <a:buClr>
                <a:schemeClr val="dk1"/>
              </a:buClr>
              <a:buSzPts val="4630"/>
              <a:buFont typeface="Arial"/>
              <a:buChar char="•"/>
              <a:defRPr sz="4630" b="0" i="0" u="none" strike="noStrike" cap="none">
                <a:solidFill>
                  <a:schemeClr val="dk1"/>
                </a:solidFill>
                <a:latin typeface="Arial"/>
                <a:ea typeface="Arial"/>
                <a:cs typeface="Arial"/>
                <a:sym typeface="Arial"/>
              </a:defRPr>
            </a:lvl1pPr>
            <a:lvl2pPr marL="914400" marR="0" lvl="1" indent="-480568" algn="l" rtl="0">
              <a:lnSpc>
                <a:spcPct val="90000"/>
              </a:lnSpc>
              <a:spcBef>
                <a:spcPts val="827"/>
              </a:spcBef>
              <a:spcAft>
                <a:spcPts val="0"/>
              </a:spcAft>
              <a:buClr>
                <a:schemeClr val="dk1"/>
              </a:buClr>
              <a:buSzPts val="3968"/>
              <a:buFont typeface="Arial"/>
              <a:buChar char="•"/>
              <a:defRPr sz="3968" b="0" i="0" u="none" strike="noStrike" cap="none">
                <a:solidFill>
                  <a:schemeClr val="dk1"/>
                </a:solidFill>
                <a:latin typeface="Arial"/>
                <a:ea typeface="Arial"/>
                <a:cs typeface="Arial"/>
                <a:sym typeface="Arial"/>
              </a:defRPr>
            </a:lvl2pPr>
            <a:lvl3pPr marL="1371600" marR="0" lvl="2" indent="-438594" algn="l" rtl="0">
              <a:lnSpc>
                <a:spcPct val="90000"/>
              </a:lnSpc>
              <a:spcBef>
                <a:spcPts val="827"/>
              </a:spcBef>
              <a:spcAft>
                <a:spcPts val="0"/>
              </a:spcAft>
              <a:buClr>
                <a:schemeClr val="dk1"/>
              </a:buClr>
              <a:buSzPts val="3307"/>
              <a:buFont typeface="Arial"/>
              <a:buChar char="•"/>
              <a:defRPr sz="3307" b="0" i="0" u="none" strike="noStrike" cap="none">
                <a:solidFill>
                  <a:schemeClr val="dk1"/>
                </a:solidFill>
                <a:latin typeface="Arial"/>
                <a:ea typeface="Arial"/>
                <a:cs typeface="Arial"/>
                <a:sym typeface="Arial"/>
              </a:defRPr>
            </a:lvl3pPr>
            <a:lvl4pPr marL="1828800" marR="0" lvl="3" indent="-417575"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4pPr>
            <a:lvl5pPr marL="2286000" marR="0" lvl="4"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5pPr>
            <a:lvl6pPr marL="2743200" marR="0" lvl="5"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6pPr>
            <a:lvl7pPr marL="3200400" marR="0" lvl="6"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7pPr>
            <a:lvl8pPr marL="3657600" marR="0" lvl="7"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8pPr>
            <a:lvl9pPr marL="4114800" marR="0" lvl="8" indent="-417576" algn="l" rtl="0">
              <a:lnSpc>
                <a:spcPct val="90000"/>
              </a:lnSpc>
              <a:spcBef>
                <a:spcPts val="827"/>
              </a:spcBef>
              <a:spcAft>
                <a:spcPts val="0"/>
              </a:spcAft>
              <a:buClr>
                <a:schemeClr val="dk1"/>
              </a:buClr>
              <a:buSzPts val="2976"/>
              <a:buFont typeface="Arial"/>
              <a:buChar char="•"/>
              <a:defRPr sz="2976" b="0" i="0" u="none" strike="noStrike" cap="none">
                <a:solidFill>
                  <a:schemeClr val="dk1"/>
                </a:solidFill>
                <a:latin typeface="Arial"/>
                <a:ea typeface="Arial"/>
                <a:cs typeface="Arial"/>
                <a:sym typeface="Arial"/>
              </a:defRPr>
            </a:lvl9pPr>
          </a:lstStyle>
          <a:p>
            <a:endParaRPr/>
          </a:p>
        </p:txBody>
      </p:sp>
      <p:sp>
        <p:nvSpPr>
          <p:cNvPr id="8" name="Google Shape;8;p3"/>
          <p:cNvSpPr txBox="1">
            <a:spLocks noGrp="1"/>
          </p:cNvSpPr>
          <p:nvPr>
            <p:ph type="dt" idx="10"/>
          </p:nvPr>
        </p:nvSpPr>
        <p:spPr>
          <a:xfrm>
            <a:off x="1039455" y="19819457"/>
            <a:ext cx="3401854" cy="11384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984"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3"/>
          <p:cNvSpPr txBox="1">
            <a:spLocks noGrp="1"/>
          </p:cNvSpPr>
          <p:nvPr>
            <p:ph type="ftr" idx="11"/>
          </p:nvPr>
        </p:nvSpPr>
        <p:spPr>
          <a:xfrm>
            <a:off x="5008285" y="19819457"/>
            <a:ext cx="5102781" cy="113848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984"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
          <p:cNvSpPr txBox="1">
            <a:spLocks noGrp="1"/>
          </p:cNvSpPr>
          <p:nvPr>
            <p:ph type="sldNum" idx="12"/>
          </p:nvPr>
        </p:nvSpPr>
        <p:spPr>
          <a:xfrm>
            <a:off x="10678041" y="19819457"/>
            <a:ext cx="3401854" cy="113848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984" b="0" i="0" u="none" strike="noStrike" cap="none">
                <a:solidFill>
                  <a:srgbClr val="757575"/>
                </a:solidFill>
                <a:latin typeface="Arial"/>
                <a:ea typeface="Arial"/>
                <a:cs typeface="Arial"/>
                <a:sym typeface="Arial"/>
              </a:defRPr>
            </a:lvl1pPr>
            <a:lvl2pPr marL="0" marR="0" lvl="1" indent="0" algn="r" rtl="0">
              <a:spcBef>
                <a:spcPts val="0"/>
              </a:spcBef>
              <a:buNone/>
              <a:defRPr sz="1984" b="0" i="0" u="none" strike="noStrike" cap="none">
                <a:solidFill>
                  <a:srgbClr val="757575"/>
                </a:solidFill>
                <a:latin typeface="Arial"/>
                <a:ea typeface="Arial"/>
                <a:cs typeface="Arial"/>
                <a:sym typeface="Arial"/>
              </a:defRPr>
            </a:lvl2pPr>
            <a:lvl3pPr marL="0" marR="0" lvl="2" indent="0" algn="r" rtl="0">
              <a:spcBef>
                <a:spcPts val="0"/>
              </a:spcBef>
              <a:buNone/>
              <a:defRPr sz="1984" b="0" i="0" u="none" strike="noStrike" cap="none">
                <a:solidFill>
                  <a:srgbClr val="757575"/>
                </a:solidFill>
                <a:latin typeface="Arial"/>
                <a:ea typeface="Arial"/>
                <a:cs typeface="Arial"/>
                <a:sym typeface="Arial"/>
              </a:defRPr>
            </a:lvl3pPr>
            <a:lvl4pPr marL="0" marR="0" lvl="3" indent="0" algn="r" rtl="0">
              <a:spcBef>
                <a:spcPts val="0"/>
              </a:spcBef>
              <a:buNone/>
              <a:defRPr sz="1984" b="0" i="0" u="none" strike="noStrike" cap="none">
                <a:solidFill>
                  <a:srgbClr val="757575"/>
                </a:solidFill>
                <a:latin typeface="Arial"/>
                <a:ea typeface="Arial"/>
                <a:cs typeface="Arial"/>
                <a:sym typeface="Arial"/>
              </a:defRPr>
            </a:lvl4pPr>
            <a:lvl5pPr marL="0" marR="0" lvl="4" indent="0" algn="r" rtl="0">
              <a:spcBef>
                <a:spcPts val="0"/>
              </a:spcBef>
              <a:buNone/>
              <a:defRPr sz="1984" b="0" i="0" u="none" strike="noStrike" cap="none">
                <a:solidFill>
                  <a:srgbClr val="757575"/>
                </a:solidFill>
                <a:latin typeface="Arial"/>
                <a:ea typeface="Arial"/>
                <a:cs typeface="Arial"/>
                <a:sym typeface="Arial"/>
              </a:defRPr>
            </a:lvl5pPr>
            <a:lvl6pPr marL="0" marR="0" lvl="5" indent="0" algn="r" rtl="0">
              <a:spcBef>
                <a:spcPts val="0"/>
              </a:spcBef>
              <a:buNone/>
              <a:defRPr sz="1984" b="0" i="0" u="none" strike="noStrike" cap="none">
                <a:solidFill>
                  <a:srgbClr val="757575"/>
                </a:solidFill>
                <a:latin typeface="Arial"/>
                <a:ea typeface="Arial"/>
                <a:cs typeface="Arial"/>
                <a:sym typeface="Arial"/>
              </a:defRPr>
            </a:lvl6pPr>
            <a:lvl7pPr marL="0" marR="0" lvl="6" indent="0" algn="r" rtl="0">
              <a:spcBef>
                <a:spcPts val="0"/>
              </a:spcBef>
              <a:buNone/>
              <a:defRPr sz="1984" b="0" i="0" u="none" strike="noStrike" cap="none">
                <a:solidFill>
                  <a:srgbClr val="757575"/>
                </a:solidFill>
                <a:latin typeface="Arial"/>
                <a:ea typeface="Arial"/>
                <a:cs typeface="Arial"/>
                <a:sym typeface="Arial"/>
              </a:defRPr>
            </a:lvl7pPr>
            <a:lvl8pPr marL="0" marR="0" lvl="7" indent="0" algn="r" rtl="0">
              <a:spcBef>
                <a:spcPts val="0"/>
              </a:spcBef>
              <a:buNone/>
              <a:defRPr sz="1984" b="0" i="0" u="none" strike="noStrike" cap="none">
                <a:solidFill>
                  <a:srgbClr val="757575"/>
                </a:solidFill>
                <a:latin typeface="Arial"/>
                <a:ea typeface="Arial"/>
                <a:cs typeface="Arial"/>
                <a:sym typeface="Arial"/>
              </a:defRPr>
            </a:lvl8pPr>
            <a:lvl9pPr marL="0" marR="0" lvl="8" indent="0" algn="r" rtl="0">
              <a:spcBef>
                <a:spcPts val="0"/>
              </a:spcBef>
              <a:buNone/>
              <a:defRPr sz="198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4000">
              <a:schemeClr val="lt1"/>
            </a:gs>
            <a:gs pos="99000">
              <a:srgbClr val="59C2E3">
                <a:alpha val="24705"/>
              </a:srgbClr>
            </a:gs>
            <a:gs pos="100000">
              <a:srgbClr val="59C2E3">
                <a:alpha val="24705"/>
              </a:srgbClr>
            </a:gs>
          </a:gsLst>
          <a:lin ang="2700000" scaled="0"/>
        </a:gradFill>
        <a:effectLst/>
      </p:bgPr>
    </p:bg>
    <p:spTree>
      <p:nvGrpSpPr>
        <p:cNvPr id="1" name="Shape 91"/>
        <p:cNvGrpSpPr/>
        <p:nvPr/>
      </p:nvGrpSpPr>
      <p:grpSpPr>
        <a:xfrm>
          <a:off x="0" y="0"/>
          <a:ext cx="0" cy="0"/>
          <a:chOff x="0" y="0"/>
          <a:chExt cx="0" cy="0"/>
        </a:xfrm>
      </p:grpSpPr>
      <p:grpSp>
        <p:nvGrpSpPr>
          <p:cNvPr id="92" name="Google Shape;92;p2"/>
          <p:cNvGrpSpPr/>
          <p:nvPr/>
        </p:nvGrpSpPr>
        <p:grpSpPr>
          <a:xfrm>
            <a:off x="225175" y="3430502"/>
            <a:ext cx="14668990" cy="1605923"/>
            <a:chOff x="225180" y="3930299"/>
            <a:chExt cx="14668990" cy="1575825"/>
          </a:xfrm>
        </p:grpSpPr>
        <p:sp>
          <p:nvSpPr>
            <p:cNvPr id="93" name="Google Shape;93;p2"/>
            <p:cNvSpPr/>
            <p:nvPr/>
          </p:nvSpPr>
          <p:spPr>
            <a:xfrm>
              <a:off x="225180" y="4188480"/>
              <a:ext cx="14668990" cy="1317644"/>
            </a:xfrm>
            <a:prstGeom prst="roundRect">
              <a:avLst>
                <a:gd name="adj" fmla="val 9702"/>
              </a:avLst>
            </a:prstGeom>
            <a:solidFill>
              <a:schemeClr val="lt1"/>
            </a:solidFill>
            <a:ln w="19050" cap="flat" cmpd="sng">
              <a:solidFill>
                <a:srgbClr val="D0D0D0"/>
              </a:solidFill>
              <a:prstDash val="solid"/>
              <a:miter lim="80000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La obesidad es una patología compleja con un fuerte componente genético. </a:t>
              </a:r>
              <a:r>
                <a:rPr lang="en-US" sz="1800">
                  <a:solidFill>
                    <a:schemeClr val="dk1"/>
                  </a:solidFill>
                </a:rPr>
                <a:t>Pese a que la</a:t>
              </a:r>
              <a:r>
                <a:rPr lang="en-US" sz="1800" b="0" u="none" strike="noStrike" cap="none">
                  <a:solidFill>
                    <a:schemeClr val="dk1"/>
                  </a:solidFill>
                  <a:latin typeface="Arial"/>
                  <a:ea typeface="Arial"/>
                  <a:cs typeface="Arial"/>
                  <a:sym typeface="Arial"/>
                </a:rPr>
                <a:t> mayoría de los casos tienen un carácter poligénico, existen formas monogénicas o poligénicas. Una de las vías más estudiadas por su alto impacto es la vía de la leptina-melacortina. En este estudio analizamos los datos de exoma completo de dos miembros de la familia Simpson que presentan obesidad con el objetivo de identificar variantes patogénicas, determinar sus patrones de herencia y evaluar su impacto molecular mediante herramientas bioinformáticas. </a:t>
              </a:r>
              <a:endParaRPr/>
            </a:p>
          </p:txBody>
        </p:sp>
        <p:sp>
          <p:nvSpPr>
            <p:cNvPr id="94" name="Google Shape;94;p2"/>
            <p:cNvSpPr/>
            <p:nvPr/>
          </p:nvSpPr>
          <p:spPr>
            <a:xfrm>
              <a:off x="518258" y="3930299"/>
              <a:ext cx="5838092" cy="633046"/>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Arial"/>
                  <a:ea typeface="Arial"/>
                  <a:cs typeface="Arial"/>
                  <a:sym typeface="Arial"/>
                </a:rPr>
                <a:t>INTRODUCCIÓN</a:t>
              </a:r>
              <a:endParaRPr sz="2800" b="1" i="0" u="none" strike="noStrike" cap="none">
                <a:solidFill>
                  <a:schemeClr val="lt1"/>
                </a:solidFill>
                <a:latin typeface="Arial"/>
                <a:ea typeface="Arial"/>
                <a:cs typeface="Arial"/>
                <a:sym typeface="Arial"/>
              </a:endParaRPr>
            </a:p>
          </p:txBody>
        </p:sp>
      </p:grpSp>
      <p:grpSp>
        <p:nvGrpSpPr>
          <p:cNvPr id="95" name="Google Shape;95;p2"/>
          <p:cNvGrpSpPr/>
          <p:nvPr/>
        </p:nvGrpSpPr>
        <p:grpSpPr>
          <a:xfrm>
            <a:off x="207600" y="5169142"/>
            <a:ext cx="14669100" cy="2162521"/>
            <a:chOff x="207600" y="6110487"/>
            <a:chExt cx="14669100" cy="2079614"/>
          </a:xfrm>
        </p:grpSpPr>
        <p:sp>
          <p:nvSpPr>
            <p:cNvPr id="96" name="Google Shape;96;p2"/>
            <p:cNvSpPr/>
            <p:nvPr/>
          </p:nvSpPr>
          <p:spPr>
            <a:xfrm>
              <a:off x="207600" y="6427001"/>
              <a:ext cx="14669100" cy="1763100"/>
            </a:xfrm>
            <a:prstGeom prst="roundRect">
              <a:avLst>
                <a:gd name="adj" fmla="val 9702"/>
              </a:avLst>
            </a:prstGeom>
            <a:solidFill>
              <a:schemeClr val="lt1"/>
            </a:solidFill>
            <a:ln w="19050" cap="flat" cmpd="sng">
              <a:solidFill>
                <a:srgbClr val="D0D0D0"/>
              </a:solidFill>
              <a:prstDash val="solid"/>
              <a:miter lim="80000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Las herramientas bioinformáticas utilizadas para su desarrollo fueron:</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VEP</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Variant</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Effect</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Predictor</a:t>
              </a:r>
              <a:r>
                <a:rPr lang="en-US" sz="1800" b="0" u="none" strike="noStrike" cap="none">
                  <a:solidFill>
                    <a:schemeClr val="dk1"/>
                  </a:solidFill>
                  <a:latin typeface="Arial"/>
                  <a:ea typeface="Arial"/>
                  <a:cs typeface="Arial"/>
                  <a:sym typeface="Arial"/>
                </a:rPr>
                <a:t>): Anotación de variantes y predicción de consecuencias (</a:t>
              </a:r>
              <a:r>
                <a:rPr lang="en-US" sz="1800" b="0" i="1" u="none" strike="noStrike" cap="none">
                  <a:solidFill>
                    <a:schemeClr val="dk1"/>
                  </a:solidFill>
                  <a:latin typeface="Arial"/>
                  <a:ea typeface="Arial"/>
                  <a:cs typeface="Arial"/>
                  <a:sym typeface="Arial"/>
                </a:rPr>
                <a:t>ensembl.org/Tools/VEP</a:t>
              </a:r>
              <a:r>
                <a:rPr lang="en-US" sz="1800" b="0" u="none" strike="noStrike" cap="none">
                  <a:solidFill>
                    <a:schemeClr val="dk1"/>
                  </a:solidFill>
                  <a:latin typeface="Arial"/>
                  <a:ea typeface="Arial"/>
                  <a:cs typeface="Arial"/>
                  <a:sym typeface="Arial"/>
                </a:rPr>
                <a:t>).</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UniprotKB</a:t>
              </a:r>
              <a:r>
                <a:rPr lang="en-US" sz="1800" b="0" u="none" strike="noStrike" cap="none">
                  <a:solidFill>
                    <a:schemeClr val="dk1"/>
                  </a:solidFill>
                  <a:latin typeface="Arial"/>
                  <a:ea typeface="Arial"/>
                  <a:cs typeface="Arial"/>
                  <a:sym typeface="Arial"/>
                </a:rPr>
                <a:t>: Análisis de dominios funcionales y secuencias de referencia (</a:t>
              </a:r>
              <a:r>
                <a:rPr lang="en-US" sz="1800" b="0" i="1" u="none" strike="noStrike" cap="none">
                  <a:solidFill>
                    <a:schemeClr val="dk1"/>
                  </a:solidFill>
                  <a:latin typeface="Arial"/>
                  <a:ea typeface="Arial"/>
                  <a:cs typeface="Arial"/>
                  <a:sym typeface="Arial"/>
                </a:rPr>
                <a:t>uniprot.org</a:t>
              </a:r>
              <a:r>
                <a:rPr lang="en-US" sz="1800" b="0" u="none" strike="noStrike" cap="none">
                  <a:solidFill>
                    <a:schemeClr val="dk1"/>
                  </a:solidFill>
                  <a:latin typeface="Arial"/>
                  <a:ea typeface="Arial"/>
                  <a:cs typeface="Arial"/>
                  <a:sym typeface="Arial"/>
                </a:rPr>
                <a:t>).</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Clustal</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Omega</a:t>
              </a:r>
              <a:r>
                <a:rPr lang="en-US" sz="1800" b="0" u="none" strike="noStrike" cap="none">
                  <a:solidFill>
                    <a:schemeClr val="dk1"/>
                  </a:solidFill>
                  <a:latin typeface="Arial"/>
                  <a:ea typeface="Arial"/>
                  <a:cs typeface="Arial"/>
                  <a:sym typeface="Arial"/>
                </a:rPr>
                <a:t>: Alineamiento múltiple de secuencias para evaluar la conservación evolutiva (</a:t>
              </a:r>
              <a:r>
                <a:rPr lang="en-US" sz="1800" b="0" i="1" u="none" strike="noStrike" cap="none">
                  <a:solidFill>
                    <a:schemeClr val="dk1"/>
                  </a:solidFill>
                  <a:latin typeface="Arial"/>
                  <a:ea typeface="Arial"/>
                  <a:cs typeface="Arial"/>
                  <a:sym typeface="Arial"/>
                </a:rPr>
                <a:t>ebi.ac.uk/Tools/msa/clustalo/)</a:t>
              </a:r>
              <a:r>
                <a:rPr lang="en-US" sz="1800" b="0" u="none" strike="noStrike" cap="none">
                  <a:solidFill>
                    <a:schemeClr val="dk1"/>
                  </a:solidFill>
                  <a:latin typeface="Arial"/>
                  <a:ea typeface="Arial"/>
                  <a:cs typeface="Arial"/>
                  <a:sym typeface="Arial"/>
                </a:rPr>
                <a:t>.</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OMIM</a:t>
              </a:r>
              <a:r>
                <a:rPr lang="en-US" sz="1800" b="0" u="none" strike="noStrike" cap="none">
                  <a:solidFill>
                    <a:schemeClr val="dk1"/>
                  </a:solidFill>
                  <a:latin typeface="Arial"/>
                  <a:ea typeface="Arial"/>
                  <a:cs typeface="Arial"/>
                  <a:sym typeface="Arial"/>
                </a:rPr>
                <a:t>: Consulta de fenotipos y patrones de herencia mendeliana (</a:t>
              </a:r>
              <a:r>
                <a:rPr lang="en-US" sz="1800" b="0" i="1" u="none" strike="noStrike" cap="none">
                  <a:solidFill>
                    <a:schemeClr val="dk1"/>
                  </a:solidFill>
                  <a:latin typeface="Arial"/>
                  <a:ea typeface="Arial"/>
                  <a:cs typeface="Arial"/>
                  <a:sym typeface="Arial"/>
                </a:rPr>
                <a:t>omim.org</a:t>
              </a:r>
              <a:r>
                <a:rPr lang="en-US" sz="1800" b="0" u="none" strike="noStrike" cap="none">
                  <a:solidFill>
                    <a:schemeClr val="dk1"/>
                  </a:solidFill>
                  <a:latin typeface="Arial"/>
                  <a:ea typeface="Arial"/>
                  <a:cs typeface="Arial"/>
                  <a:sym typeface="Arial"/>
                </a:rPr>
                <a:t>).</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Reactome</a:t>
              </a:r>
              <a:r>
                <a:rPr lang="en-US" sz="1800" b="0" u="none" strike="noStrike" cap="none">
                  <a:solidFill>
                    <a:schemeClr val="dk1"/>
                  </a:solidFill>
                  <a:latin typeface="Arial"/>
                  <a:ea typeface="Arial"/>
                  <a:cs typeface="Arial"/>
                  <a:sym typeface="Arial"/>
                </a:rPr>
                <a:t>: Visualización de rutas metabólicas y señalización celular (</a:t>
              </a:r>
              <a:r>
                <a:rPr lang="en-US" sz="1800" b="0" i="1" u="none" strike="noStrike" cap="none">
                  <a:solidFill>
                    <a:schemeClr val="dk1"/>
                  </a:solidFill>
                  <a:latin typeface="Arial"/>
                  <a:ea typeface="Arial"/>
                  <a:cs typeface="Arial"/>
                  <a:sym typeface="Arial"/>
                </a:rPr>
                <a:t>reactome.org</a:t>
              </a:r>
              <a:r>
                <a:rPr lang="en-US" sz="1800" b="0" u="none" strike="noStrike" cap="none">
                  <a:solidFill>
                    <a:schemeClr val="dk1"/>
                  </a:solidFill>
                  <a:latin typeface="Arial"/>
                  <a:ea typeface="Arial"/>
                  <a:cs typeface="Arial"/>
                  <a:sym typeface="Arial"/>
                </a:rPr>
                <a:t>).</a:t>
              </a:r>
              <a:endParaRPr/>
            </a:p>
            <a:p>
              <a:pPr marL="0" marR="0" lvl="0" indent="0" algn="just" rtl="0">
                <a:lnSpc>
                  <a:spcPct val="80000"/>
                </a:lnSpc>
                <a:spcBef>
                  <a:spcPts val="0"/>
                </a:spcBef>
                <a:spcAft>
                  <a:spcPts val="0"/>
                </a:spcAft>
                <a:buNone/>
              </a:pPr>
              <a:endParaRPr sz="1800" b="0" i="1" u="none" strike="noStrike" cap="none">
                <a:solidFill>
                  <a:schemeClr val="dk1"/>
                </a:solidFill>
                <a:latin typeface="Arial"/>
                <a:ea typeface="Arial"/>
                <a:cs typeface="Arial"/>
                <a:sym typeface="Arial"/>
              </a:endParaRPr>
            </a:p>
            <a:p>
              <a:pPr marL="0" marR="0" lvl="0" indent="0" algn="just" rtl="0">
                <a:lnSpc>
                  <a:spcPct val="80000"/>
                </a:lnSpc>
                <a:spcBef>
                  <a:spcPts val="0"/>
                </a:spcBef>
                <a:spcAft>
                  <a:spcPts val="0"/>
                </a:spcAft>
                <a:buNone/>
              </a:pPr>
              <a:endParaRPr sz="2400" b="0" i="1" u="none" strike="noStrike" cap="none">
                <a:solidFill>
                  <a:schemeClr val="dk1"/>
                </a:solidFill>
                <a:latin typeface="Arial"/>
                <a:ea typeface="Arial"/>
                <a:cs typeface="Arial"/>
                <a:sym typeface="Arial"/>
              </a:endParaRPr>
            </a:p>
          </p:txBody>
        </p:sp>
        <p:sp>
          <p:nvSpPr>
            <p:cNvPr id="97" name="Google Shape;97;p2"/>
            <p:cNvSpPr/>
            <p:nvPr/>
          </p:nvSpPr>
          <p:spPr>
            <a:xfrm>
              <a:off x="500674" y="6110487"/>
              <a:ext cx="5838092" cy="633046"/>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Arial"/>
                  <a:ea typeface="Arial"/>
                  <a:cs typeface="Arial"/>
                  <a:sym typeface="Arial"/>
                </a:rPr>
                <a:t>METODOLOGÍA</a:t>
              </a:r>
              <a:endParaRPr/>
            </a:p>
          </p:txBody>
        </p:sp>
      </p:grpSp>
      <p:grpSp>
        <p:nvGrpSpPr>
          <p:cNvPr id="98" name="Google Shape;98;p2"/>
          <p:cNvGrpSpPr/>
          <p:nvPr/>
        </p:nvGrpSpPr>
        <p:grpSpPr>
          <a:xfrm>
            <a:off x="235000" y="7435967"/>
            <a:ext cx="14668990" cy="9429451"/>
            <a:chOff x="225180" y="8290675"/>
            <a:chExt cx="14668990" cy="9782603"/>
          </a:xfrm>
        </p:grpSpPr>
        <p:sp>
          <p:nvSpPr>
            <p:cNvPr id="99" name="Google Shape;99;p2"/>
            <p:cNvSpPr/>
            <p:nvPr/>
          </p:nvSpPr>
          <p:spPr>
            <a:xfrm>
              <a:off x="225180" y="8607196"/>
              <a:ext cx="14668990" cy="9466082"/>
            </a:xfrm>
            <a:prstGeom prst="roundRect">
              <a:avLst>
                <a:gd name="adj" fmla="val 1988"/>
              </a:avLst>
            </a:prstGeom>
            <a:solidFill>
              <a:schemeClr val="lt1"/>
            </a:solidFill>
            <a:ln w="19050" cap="flat" cmpd="sng">
              <a:solidFill>
                <a:srgbClr val="D0D0D0"/>
              </a:solidFill>
              <a:prstDash val="solid"/>
              <a:miter lim="80000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None/>
              </a:pPr>
              <a:endParaRPr sz="2400" b="0" i="1" u="none" strike="noStrike" cap="none">
                <a:solidFill>
                  <a:schemeClr val="dk1"/>
                </a:solidFill>
                <a:latin typeface="Arial"/>
                <a:ea typeface="Arial"/>
                <a:cs typeface="Arial"/>
                <a:sym typeface="Arial"/>
              </a:endParaRPr>
            </a:p>
          </p:txBody>
        </p:sp>
        <p:sp>
          <p:nvSpPr>
            <p:cNvPr id="100" name="Google Shape;100;p2"/>
            <p:cNvSpPr/>
            <p:nvPr/>
          </p:nvSpPr>
          <p:spPr>
            <a:xfrm>
              <a:off x="518258" y="8290675"/>
              <a:ext cx="5838092" cy="633046"/>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Arial"/>
                  <a:ea typeface="Arial"/>
                  <a:cs typeface="Arial"/>
                  <a:sym typeface="Arial"/>
                </a:rPr>
                <a:t>RESULTADOS</a:t>
              </a:r>
              <a:endParaRPr/>
            </a:p>
          </p:txBody>
        </p:sp>
      </p:grpSp>
      <p:pic>
        <p:nvPicPr>
          <p:cNvPr id="101" name="Google Shape;101;p2"/>
          <p:cNvPicPr preferRelativeResize="0"/>
          <p:nvPr/>
        </p:nvPicPr>
        <p:blipFill rotWithShape="1">
          <a:blip r:embed="rId3">
            <a:alphaModFix/>
          </a:blip>
          <a:srcRect/>
          <a:stretch/>
        </p:blipFill>
        <p:spPr>
          <a:xfrm>
            <a:off x="12550767" y="-95516"/>
            <a:ext cx="2325820" cy="1400890"/>
          </a:xfrm>
          <a:prstGeom prst="rect">
            <a:avLst/>
          </a:prstGeom>
          <a:noFill/>
          <a:ln>
            <a:noFill/>
          </a:ln>
        </p:spPr>
      </p:pic>
      <p:grpSp>
        <p:nvGrpSpPr>
          <p:cNvPr id="102" name="Google Shape;102;p2"/>
          <p:cNvGrpSpPr/>
          <p:nvPr/>
        </p:nvGrpSpPr>
        <p:grpSpPr>
          <a:xfrm>
            <a:off x="0" y="-5895"/>
            <a:ext cx="3397496" cy="2303046"/>
            <a:chOff x="0" y="-5895"/>
            <a:chExt cx="4834200" cy="3276938"/>
          </a:xfrm>
        </p:grpSpPr>
        <p:pic>
          <p:nvPicPr>
            <p:cNvPr id="103" name="Google Shape;103;p2"/>
            <p:cNvPicPr preferRelativeResize="0"/>
            <p:nvPr/>
          </p:nvPicPr>
          <p:blipFill rotWithShape="1">
            <a:blip r:embed="rId4">
              <a:alphaModFix/>
            </a:blip>
            <a:srcRect/>
            <a:stretch/>
          </p:blipFill>
          <p:spPr>
            <a:xfrm>
              <a:off x="0" y="-5895"/>
              <a:ext cx="4834200" cy="3276938"/>
            </a:xfrm>
            <a:prstGeom prst="rect">
              <a:avLst/>
            </a:prstGeom>
            <a:noFill/>
            <a:ln>
              <a:noFill/>
            </a:ln>
          </p:spPr>
        </p:pic>
        <p:sp>
          <p:nvSpPr>
            <p:cNvPr id="104" name="Google Shape;104;p2"/>
            <p:cNvSpPr/>
            <p:nvPr/>
          </p:nvSpPr>
          <p:spPr>
            <a:xfrm>
              <a:off x="964642" y="1549130"/>
              <a:ext cx="2257529" cy="6715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5" name="Google Shape;105;p2"/>
          <p:cNvSpPr/>
          <p:nvPr/>
        </p:nvSpPr>
        <p:spPr>
          <a:xfrm>
            <a:off x="677955" y="1320342"/>
            <a:ext cx="13763441" cy="1981203"/>
          </a:xfrm>
          <a:prstGeom prst="roundRect">
            <a:avLst>
              <a:gd name="adj" fmla="val 9702"/>
            </a:avLst>
          </a:prstGeom>
          <a:solidFill>
            <a:srgbClr val="4196C9"/>
          </a:solidFill>
          <a:ln>
            <a:noFill/>
          </a:ln>
        </p:spPr>
        <p:txBody>
          <a:bodyPr spcFirstLastPara="1" wrap="square" lIns="90000" tIns="46800" rIns="91425" bIns="45700" anchor="ctr" anchorCtr="0">
            <a:noAutofit/>
          </a:bodyPr>
          <a:lstStyle/>
          <a:p>
            <a:pPr marL="0" marR="0" lvl="0" indent="0" algn="ctr" rtl="0">
              <a:spcBef>
                <a:spcPts val="0"/>
              </a:spcBef>
              <a:spcAft>
                <a:spcPts val="0"/>
              </a:spcAft>
              <a:buNone/>
            </a:pPr>
            <a:r>
              <a:rPr lang="en-US" sz="4000" b="1" i="0" u="none" strike="noStrike" cap="none">
                <a:solidFill>
                  <a:schemeClr val="lt1"/>
                </a:solidFill>
                <a:latin typeface="Arial"/>
                <a:ea typeface="Arial"/>
                <a:cs typeface="Arial"/>
                <a:sym typeface="Arial"/>
              </a:rPr>
              <a:t>Anotación e interpretación de variantes</a:t>
            </a:r>
            <a:endParaRPr/>
          </a:p>
          <a:p>
            <a:pPr marL="0" marR="0" lvl="0" indent="0" algn="ctr" rtl="0">
              <a:lnSpc>
                <a:spcPct val="80000"/>
              </a:lnSpc>
              <a:spcBef>
                <a:spcPts val="0"/>
              </a:spcBef>
              <a:spcAft>
                <a:spcPts val="0"/>
              </a:spcAft>
              <a:buNone/>
            </a:pPr>
            <a:r>
              <a:rPr lang="en-US" sz="2800" b="1" i="1" u="none" strike="noStrike" cap="none">
                <a:solidFill>
                  <a:schemeClr val="lt1"/>
                </a:solidFill>
                <a:latin typeface="Arial"/>
                <a:ea typeface="Arial"/>
                <a:cs typeface="Arial"/>
                <a:sym typeface="Arial"/>
              </a:rPr>
              <a:t>Genética clínica y de poblaciones</a:t>
            </a:r>
            <a:endParaRPr sz="3600" b="1" i="1" u="none" strike="noStrike" cap="none">
              <a:solidFill>
                <a:schemeClr val="lt1"/>
              </a:solidFill>
              <a:latin typeface="Arial"/>
              <a:ea typeface="Arial"/>
              <a:cs typeface="Arial"/>
              <a:sym typeface="Arial"/>
            </a:endParaRPr>
          </a:p>
          <a:p>
            <a:pPr marL="0" marR="0" lvl="0" indent="0" algn="ctr" rtl="0">
              <a:lnSpc>
                <a:spcPct val="80000"/>
              </a:lnSpc>
              <a:spcBef>
                <a:spcPts val="1000"/>
              </a:spcBef>
              <a:spcAft>
                <a:spcPts val="0"/>
              </a:spcAft>
              <a:buClr>
                <a:schemeClr val="dk1"/>
              </a:buClr>
              <a:buSzPts val="2000"/>
              <a:buFont typeface="Arial"/>
              <a:buNone/>
            </a:pPr>
            <a:r>
              <a:rPr lang="en-US" sz="2000" b="0" i="0" u="none" strike="noStrike" cap="none">
                <a:solidFill>
                  <a:schemeClr val="lt1"/>
                </a:solidFill>
                <a:latin typeface="Arial"/>
                <a:ea typeface="Arial"/>
                <a:cs typeface="Arial"/>
                <a:sym typeface="Arial"/>
              </a:rPr>
              <a:t>Ainhoa Artetxe, Alba Xiaohe Elias, Alejandra Martin, Alejandro Pascual y Ana Sofia Santos Tedim</a:t>
            </a:r>
            <a:endParaRPr sz="1600" b="0" i="0" u="none" strike="noStrike" cap="none">
              <a:solidFill>
                <a:schemeClr val="lt1"/>
              </a:solidFill>
              <a:latin typeface="Arial"/>
              <a:ea typeface="Arial"/>
              <a:cs typeface="Arial"/>
              <a:sym typeface="Arial"/>
            </a:endParaRPr>
          </a:p>
        </p:txBody>
      </p:sp>
      <p:grpSp>
        <p:nvGrpSpPr>
          <p:cNvPr id="106" name="Google Shape;106;p2"/>
          <p:cNvGrpSpPr/>
          <p:nvPr/>
        </p:nvGrpSpPr>
        <p:grpSpPr>
          <a:xfrm>
            <a:off x="207600" y="17052877"/>
            <a:ext cx="8902200" cy="4096012"/>
            <a:chOff x="225181" y="17251409"/>
            <a:chExt cx="8902200" cy="3896881"/>
          </a:xfrm>
        </p:grpSpPr>
        <p:sp>
          <p:nvSpPr>
            <p:cNvPr id="107" name="Google Shape;107;p2"/>
            <p:cNvSpPr/>
            <p:nvPr/>
          </p:nvSpPr>
          <p:spPr>
            <a:xfrm>
              <a:off x="225181" y="17539890"/>
              <a:ext cx="8902200" cy="3608400"/>
            </a:xfrm>
            <a:prstGeom prst="roundRect">
              <a:avLst>
                <a:gd name="adj" fmla="val 9702"/>
              </a:avLst>
            </a:prstGeom>
            <a:solidFill>
              <a:schemeClr val="lt1"/>
            </a:solidFill>
            <a:ln w="19050" cap="flat" cmpd="sng">
              <a:solidFill>
                <a:srgbClr val="D0D0D0"/>
              </a:solidFill>
              <a:prstDash val="solid"/>
              <a:miter lim="800000"/>
              <a:headEnd type="none" w="sm" len="sm"/>
              <a:tailEnd type="none" w="sm" len="sm"/>
            </a:ln>
          </p:spPr>
          <p:txBody>
            <a:bodyPr spcFirstLastPara="1" wrap="square" lIns="91425" tIns="360000" rIns="91425" bIns="45700" anchor="t" anchorCtr="0">
              <a:noAutofit/>
            </a:bodyPr>
            <a:lstStyle/>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El análisis genético reveló una </a:t>
              </a:r>
              <a:r>
                <a:rPr lang="en-US" sz="1800" b="1" u="none" strike="noStrike" cap="none">
                  <a:solidFill>
                    <a:schemeClr val="dk1"/>
                  </a:solidFill>
                  <a:latin typeface="Arial"/>
                  <a:ea typeface="Arial"/>
                  <a:cs typeface="Arial"/>
                  <a:sym typeface="Arial"/>
                </a:rPr>
                <a:t>alta implicación genética para el desarrollo de la enfermedad familiar</a:t>
              </a:r>
              <a:r>
                <a:rPr lang="en-US" sz="1800" b="0" u="none" strike="noStrike" cap="none">
                  <a:solidFill>
                    <a:schemeClr val="dk1"/>
                  </a:solidFill>
                  <a:latin typeface="Arial"/>
                  <a:ea typeface="Arial"/>
                  <a:cs typeface="Arial"/>
                  <a:sym typeface="Arial"/>
                </a:rPr>
                <a:t> relacionada con la ruta de señalización leptina-melanocortina. </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La mutación de carácter autosómico dominante en MC4R que afecta a una </a:t>
              </a:r>
              <a:r>
                <a:rPr lang="en-US" sz="1800" b="1" u="none" strike="noStrike" cap="none">
                  <a:solidFill>
                    <a:schemeClr val="dk1"/>
                  </a:solidFill>
                  <a:latin typeface="Arial"/>
                  <a:ea typeface="Arial"/>
                  <a:cs typeface="Arial"/>
                  <a:sym typeface="Arial"/>
                </a:rPr>
                <a:t>prolina altamente conservada</a:t>
              </a:r>
              <a:r>
                <a:rPr lang="en-US" sz="1800" b="0" u="none" strike="noStrike" cap="none">
                  <a:solidFill>
                    <a:schemeClr val="dk1"/>
                  </a:solidFill>
                  <a:latin typeface="Arial"/>
                  <a:ea typeface="Arial"/>
                  <a:cs typeface="Arial"/>
                  <a:sym typeface="Arial"/>
                </a:rPr>
                <a:t> es esencial para la estructura del receptor, y es compartida por Abraham y Maggie. Esto explica </a:t>
              </a:r>
              <a:r>
                <a:rPr lang="en-US" sz="1800" b="1" u="none" strike="noStrike" cap="none">
                  <a:solidFill>
                    <a:schemeClr val="dk1"/>
                  </a:solidFill>
                  <a:latin typeface="Arial"/>
                  <a:ea typeface="Arial"/>
                  <a:cs typeface="Arial"/>
                  <a:sym typeface="Arial"/>
                </a:rPr>
                <a:t>la obesidad del abuelo y su transmisión a la nieta </a:t>
              </a:r>
              <a:r>
                <a:rPr lang="en-US" sz="1800" b="0" u="none" strike="noStrike" cap="none">
                  <a:solidFill>
                    <a:schemeClr val="dk1"/>
                  </a:solidFill>
                  <a:latin typeface="Arial"/>
                  <a:ea typeface="Arial"/>
                  <a:cs typeface="Arial"/>
                  <a:sym typeface="Arial"/>
                </a:rPr>
                <a:t>(MIM 601665).</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Maggie presenta una variante frameshift en LEPR. El análisis de dominios demuestra que esta mutación </a:t>
              </a:r>
              <a:r>
                <a:rPr lang="en-US" sz="1800" b="1" u="none" strike="noStrike" cap="none">
                  <a:solidFill>
                    <a:schemeClr val="dk1"/>
                  </a:solidFill>
                  <a:latin typeface="Arial"/>
                  <a:ea typeface="Arial"/>
                  <a:cs typeface="Arial"/>
                  <a:sym typeface="Arial"/>
                </a:rPr>
                <a:t>trunca la proteína eliminado los dominios transmembrana y citoplasmáticos</a:t>
              </a:r>
              <a:r>
                <a:rPr lang="en-US" sz="1800" b="0" u="none" strike="noStrike" cap="none">
                  <a:solidFill>
                    <a:schemeClr val="dk1"/>
                  </a:solidFill>
                  <a:latin typeface="Arial"/>
                  <a:ea typeface="Arial"/>
                  <a:cs typeface="Arial"/>
                  <a:sym typeface="Arial"/>
                </a:rPr>
                <a:t>, resultando en un </a:t>
              </a:r>
              <a:r>
                <a:rPr lang="en-US" sz="1800" b="1" u="none" strike="noStrike" cap="none">
                  <a:solidFill>
                    <a:schemeClr val="dk1"/>
                  </a:solidFill>
                  <a:latin typeface="Arial"/>
                  <a:ea typeface="Arial"/>
                  <a:cs typeface="Arial"/>
                  <a:sym typeface="Arial"/>
                </a:rPr>
                <a:t>receptor no funcional</a:t>
              </a:r>
              <a:r>
                <a:rPr lang="en-US" sz="1800" b="0" u="none" strike="noStrike" cap="none">
                  <a:solidFill>
                    <a:schemeClr val="dk1"/>
                  </a:solidFill>
                  <a:latin typeface="Arial"/>
                  <a:ea typeface="Arial"/>
                  <a:cs typeface="Arial"/>
                  <a:sym typeface="Arial"/>
                </a:rPr>
                <a:t>. Este defecto se une al presentado en MC4R creando un </a:t>
              </a:r>
              <a:r>
                <a:rPr lang="en-US" sz="1800" b="1" u="none" strike="noStrike" cap="none">
                  <a:solidFill>
                    <a:schemeClr val="dk1"/>
                  </a:solidFill>
                  <a:latin typeface="Arial"/>
                  <a:ea typeface="Arial"/>
                  <a:cs typeface="Arial"/>
                  <a:sym typeface="Arial"/>
                </a:rPr>
                <a:t>efecto acumulativo severo </a:t>
              </a:r>
              <a:r>
                <a:rPr lang="en-US" sz="1800" b="0" u="none" strike="noStrike" cap="none">
                  <a:solidFill>
                    <a:schemeClr val="dk1"/>
                  </a:solidFill>
                  <a:latin typeface="Arial"/>
                  <a:ea typeface="Arial"/>
                  <a:cs typeface="Arial"/>
                  <a:sym typeface="Arial"/>
                </a:rPr>
                <a:t>o de inicio más temprano de la enfermedad. </a:t>
              </a:r>
              <a:endParaRPr/>
            </a:p>
            <a:p>
              <a:pPr marL="0" marR="0" lvl="0" indent="0" algn="just" rtl="0">
                <a:lnSpc>
                  <a:spcPct val="80000"/>
                </a:lnSpc>
                <a:spcBef>
                  <a:spcPts val="0"/>
                </a:spcBef>
                <a:spcAft>
                  <a:spcPts val="0"/>
                </a:spcAft>
                <a:buNone/>
              </a:pPr>
              <a:r>
                <a:rPr lang="en-US" sz="1800" b="0" u="none" strike="noStrike" cap="none">
                  <a:solidFill>
                    <a:schemeClr val="dk1"/>
                  </a:solidFill>
                  <a:latin typeface="Arial"/>
                  <a:ea typeface="Arial"/>
                  <a:cs typeface="Arial"/>
                  <a:sym typeface="Arial"/>
                </a:rPr>
                <a:t>Existen otras variantes detectadas como la variante p.Pro72Leu de TP53 que han sido bien estudiadas y descritas pero no tiene relación con el fenotipo de obesidad presentado, sino con un mayor riesgo de ciertos tipos de cáncer. </a:t>
              </a:r>
              <a:endParaRPr/>
            </a:p>
            <a:p>
              <a:pPr marL="0" marR="0" lvl="0" indent="0" algn="just" rtl="0">
                <a:lnSpc>
                  <a:spcPct val="80000"/>
                </a:lnSpc>
                <a:spcBef>
                  <a:spcPts val="0"/>
                </a:spcBef>
                <a:spcAft>
                  <a:spcPts val="0"/>
                </a:spcAft>
                <a:buNone/>
              </a:pPr>
              <a:endParaRPr sz="2400" b="0" i="1" u="none" strike="noStrike" cap="none">
                <a:solidFill>
                  <a:schemeClr val="dk1"/>
                </a:solidFill>
                <a:latin typeface="Arial"/>
                <a:ea typeface="Arial"/>
                <a:cs typeface="Arial"/>
                <a:sym typeface="Arial"/>
              </a:endParaRPr>
            </a:p>
          </p:txBody>
        </p:sp>
        <p:sp>
          <p:nvSpPr>
            <p:cNvPr id="108" name="Google Shape;108;p2"/>
            <p:cNvSpPr/>
            <p:nvPr/>
          </p:nvSpPr>
          <p:spPr>
            <a:xfrm>
              <a:off x="518258" y="17251409"/>
              <a:ext cx="5838000" cy="6330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Arial"/>
                  <a:ea typeface="Arial"/>
                  <a:cs typeface="Arial"/>
                  <a:sym typeface="Arial"/>
                </a:rPr>
                <a:t>DISCUSIÓN</a:t>
              </a:r>
              <a:endParaRPr/>
            </a:p>
          </p:txBody>
        </p:sp>
      </p:grpSp>
      <p:grpSp>
        <p:nvGrpSpPr>
          <p:cNvPr id="109" name="Google Shape;109;p2"/>
          <p:cNvGrpSpPr/>
          <p:nvPr/>
        </p:nvGrpSpPr>
        <p:grpSpPr>
          <a:xfrm>
            <a:off x="9302150" y="17052877"/>
            <a:ext cx="5574559" cy="4096012"/>
            <a:chOff x="7509527" y="17251409"/>
            <a:chExt cx="7384500" cy="3896881"/>
          </a:xfrm>
        </p:grpSpPr>
        <p:sp>
          <p:nvSpPr>
            <p:cNvPr id="110" name="Google Shape;110;p2"/>
            <p:cNvSpPr/>
            <p:nvPr/>
          </p:nvSpPr>
          <p:spPr>
            <a:xfrm>
              <a:off x="7509527" y="17539890"/>
              <a:ext cx="7384500" cy="3608400"/>
            </a:xfrm>
            <a:prstGeom prst="roundRect">
              <a:avLst>
                <a:gd name="adj" fmla="val 9702"/>
              </a:avLst>
            </a:prstGeom>
            <a:solidFill>
              <a:schemeClr val="lt1"/>
            </a:solidFill>
            <a:ln w="19050" cap="flat" cmpd="sng">
              <a:solidFill>
                <a:srgbClr val="D0D0D0"/>
              </a:solidFill>
              <a:prstDash val="solid"/>
              <a:miter lim="800000"/>
              <a:headEnd type="none" w="sm" len="sm"/>
              <a:tailEnd type="none" w="sm" len="sm"/>
            </a:ln>
          </p:spPr>
          <p:txBody>
            <a:bodyPr spcFirstLastPara="1" wrap="square" lIns="91425" tIns="360000" rIns="91425" bIns="45700" anchor="t" anchorCtr="0">
              <a:noAutofit/>
            </a:bodyPr>
            <a:lstStyle/>
            <a:p>
              <a:pPr marL="342900" marR="0" lvl="0" indent="-342900" algn="just" rtl="0">
                <a:lnSpc>
                  <a:spcPct val="80000"/>
                </a:lnSpc>
                <a:spcBef>
                  <a:spcPts val="0"/>
                </a:spcBef>
                <a:spcAft>
                  <a:spcPts val="0"/>
                </a:spcAft>
                <a:buClr>
                  <a:schemeClr val="dk1"/>
                </a:buClr>
                <a:buSzPts val="1800"/>
                <a:buFont typeface="Play"/>
                <a:buAutoNum type="arabicPeriod"/>
              </a:pPr>
              <a:r>
                <a:rPr lang="en-US" sz="1800" b="0" u="none" strike="noStrike" cap="none">
                  <a:solidFill>
                    <a:schemeClr val="dk1"/>
                  </a:solidFill>
                  <a:latin typeface="Arial"/>
                  <a:ea typeface="Arial"/>
                  <a:cs typeface="Arial"/>
                  <a:sym typeface="Arial"/>
                </a:rPr>
                <a:t>Se identificó </a:t>
              </a:r>
              <a:r>
                <a:rPr lang="en-US" sz="1800" b="1" u="none" strike="noStrike" cap="none">
                  <a:solidFill>
                    <a:schemeClr val="dk1"/>
                  </a:solidFill>
                  <a:latin typeface="Arial"/>
                  <a:ea typeface="Arial"/>
                  <a:cs typeface="Arial"/>
                  <a:sym typeface="Arial"/>
                </a:rPr>
                <a:t>obesidad de carácter monogénica dominante</a:t>
              </a:r>
              <a:r>
                <a:rPr lang="en-US" sz="1800" b="0" u="none" strike="noStrike" cap="none">
                  <a:solidFill>
                    <a:schemeClr val="dk1"/>
                  </a:solidFill>
                  <a:latin typeface="Arial"/>
                  <a:ea typeface="Arial"/>
                  <a:cs typeface="Arial"/>
                  <a:sym typeface="Arial"/>
                </a:rPr>
                <a:t> en la familia Simpson causada por la mutación patogénica p.Pro272His en el gen </a:t>
              </a:r>
              <a:r>
                <a:rPr lang="en-US" sz="1800" b="1" u="none" strike="noStrike" cap="none">
                  <a:solidFill>
                    <a:schemeClr val="dk1"/>
                  </a:solidFill>
                  <a:latin typeface="Arial"/>
                  <a:ea typeface="Arial"/>
                  <a:cs typeface="Arial"/>
                  <a:sym typeface="Arial"/>
                </a:rPr>
                <a:t>MC4R</a:t>
              </a:r>
              <a:r>
                <a:rPr lang="en-US" sz="1800" b="0" u="none" strike="noStrike" cap="none">
                  <a:solidFill>
                    <a:schemeClr val="dk1"/>
                  </a:solidFill>
                  <a:latin typeface="Arial"/>
                  <a:ea typeface="Arial"/>
                  <a:cs typeface="Arial"/>
                  <a:sym typeface="Arial"/>
                </a:rPr>
                <a:t>, que afecta a la integridad estructural del receptor.</a:t>
              </a:r>
              <a:endParaRPr/>
            </a:p>
            <a:p>
              <a:pPr marL="342900" marR="0" lvl="0" indent="-342900" algn="just" rtl="0">
                <a:lnSpc>
                  <a:spcPct val="80000"/>
                </a:lnSpc>
                <a:spcBef>
                  <a:spcPts val="0"/>
                </a:spcBef>
                <a:spcAft>
                  <a:spcPts val="0"/>
                </a:spcAft>
                <a:buClr>
                  <a:schemeClr val="dk1"/>
                </a:buClr>
                <a:buSzPts val="1800"/>
                <a:buFont typeface="Play"/>
                <a:buAutoNum type="arabicPeriod"/>
              </a:pPr>
              <a:r>
                <a:rPr lang="en-US" sz="1800" b="0" u="none" strike="noStrike" cap="none">
                  <a:solidFill>
                    <a:schemeClr val="dk1"/>
                  </a:solidFill>
                  <a:latin typeface="Arial"/>
                  <a:ea typeface="Arial"/>
                  <a:cs typeface="Arial"/>
                  <a:sym typeface="Arial"/>
                </a:rPr>
                <a:t>La paciente Maggie presenta un</a:t>
              </a:r>
              <a:r>
                <a:rPr lang="en-US" sz="1800" b="1" u="none" strike="noStrike" cap="none">
                  <a:solidFill>
                    <a:schemeClr val="dk1"/>
                  </a:solidFill>
                  <a:latin typeface="Arial"/>
                  <a:ea typeface="Arial"/>
                  <a:cs typeface="Arial"/>
                  <a:sym typeface="Arial"/>
                </a:rPr>
                <a:t> perfil génico de alto riesgo</a:t>
              </a:r>
              <a:r>
                <a:rPr lang="en-US" sz="1800" b="0" u="none" strike="noStrike" cap="none">
                  <a:solidFill>
                    <a:schemeClr val="dk1"/>
                  </a:solidFill>
                  <a:latin typeface="Arial"/>
                  <a:ea typeface="Arial"/>
                  <a:cs typeface="Arial"/>
                  <a:sym typeface="Arial"/>
                </a:rPr>
                <a:t> debido a la combinación de la mutación familiar en MC4R con una mutación de </a:t>
              </a:r>
              <a:r>
                <a:rPr lang="en-US" sz="1800" b="1" u="none" strike="noStrike" cap="none">
                  <a:solidFill>
                    <a:schemeClr val="dk1"/>
                  </a:solidFill>
                  <a:latin typeface="Arial"/>
                  <a:ea typeface="Arial"/>
                  <a:cs typeface="Arial"/>
                  <a:sym typeface="Arial"/>
                </a:rPr>
                <a:t>perdida</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de</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función</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en</a:t>
              </a:r>
              <a:r>
                <a:rPr lang="en-US" sz="1800" b="0" u="none" strike="noStrike" cap="none">
                  <a:solidFill>
                    <a:schemeClr val="dk1"/>
                  </a:solidFill>
                  <a:latin typeface="Arial"/>
                  <a:ea typeface="Arial"/>
                  <a:cs typeface="Arial"/>
                  <a:sym typeface="Arial"/>
                </a:rPr>
                <a:t> </a:t>
              </a:r>
              <a:r>
                <a:rPr lang="en-US" sz="1800" b="1" u="none" strike="noStrike" cap="none">
                  <a:solidFill>
                    <a:schemeClr val="dk1"/>
                  </a:solidFill>
                  <a:latin typeface="Arial"/>
                  <a:ea typeface="Arial"/>
                  <a:cs typeface="Arial"/>
                  <a:sym typeface="Arial"/>
                </a:rPr>
                <a:t>LEPR</a:t>
              </a:r>
              <a:r>
                <a:rPr lang="en-US" sz="1800" b="0" u="none" strike="noStrike" cap="none">
                  <a:solidFill>
                    <a:schemeClr val="dk1"/>
                  </a:solidFill>
                  <a:latin typeface="Arial"/>
                  <a:ea typeface="Arial"/>
                  <a:cs typeface="Arial"/>
                  <a:sym typeface="Arial"/>
                </a:rPr>
                <a:t>. </a:t>
              </a:r>
              <a:endParaRPr sz="1800" b="0" u="none" strike="noStrike" cap="none">
                <a:solidFill>
                  <a:schemeClr val="dk1"/>
                </a:solidFill>
                <a:latin typeface="Arial"/>
                <a:ea typeface="Arial"/>
                <a:cs typeface="Arial"/>
                <a:sym typeface="Arial"/>
              </a:endParaRPr>
            </a:p>
            <a:p>
              <a:pPr marL="342900" marR="0" lvl="0" indent="-342900" algn="just" rtl="0">
                <a:lnSpc>
                  <a:spcPct val="80000"/>
                </a:lnSpc>
                <a:spcBef>
                  <a:spcPts val="0"/>
                </a:spcBef>
                <a:spcAft>
                  <a:spcPts val="0"/>
                </a:spcAft>
                <a:buClr>
                  <a:schemeClr val="dk1"/>
                </a:buClr>
                <a:buSzPts val="1800"/>
                <a:buFont typeface="Play"/>
                <a:buAutoNum type="arabicPeriod"/>
              </a:pPr>
              <a:r>
                <a:rPr lang="en-US" sz="1800" b="0" u="none" strike="noStrike" cap="none">
                  <a:solidFill>
                    <a:schemeClr val="dk1"/>
                  </a:solidFill>
                  <a:latin typeface="Arial"/>
                  <a:ea typeface="Arial"/>
                  <a:cs typeface="Arial"/>
                  <a:sym typeface="Arial"/>
                </a:rPr>
                <a:t>El uso de herramientas bioinformáticas ha permitido detectar variantes, predecir su impacto molecular y poder diferenciar entre mutaciones causales (MC4R, LEPR) y hallazgos incidentales (TP53).</a:t>
              </a:r>
              <a:endParaRPr/>
            </a:p>
          </p:txBody>
        </p:sp>
        <p:sp>
          <p:nvSpPr>
            <p:cNvPr id="111" name="Google Shape;111;p2"/>
            <p:cNvSpPr/>
            <p:nvPr/>
          </p:nvSpPr>
          <p:spPr>
            <a:xfrm>
              <a:off x="8077933" y="17251409"/>
              <a:ext cx="5838000" cy="633000"/>
            </a:xfrm>
            <a:prstGeom prst="roundRect">
              <a:avLst>
                <a:gd name="adj" fmla="val 16667"/>
              </a:avLst>
            </a:prstGeom>
            <a:gradFill>
              <a:gsLst>
                <a:gs pos="0">
                  <a:srgbClr val="59C2E3"/>
                </a:gs>
                <a:gs pos="100000">
                  <a:srgbClr val="4196C9"/>
                </a:gs>
              </a:gsLst>
              <a:lin ang="27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a:solidFill>
                    <a:schemeClr val="lt1"/>
                  </a:solidFill>
                  <a:latin typeface="Arial"/>
                  <a:ea typeface="Arial"/>
                  <a:cs typeface="Arial"/>
                  <a:sym typeface="Arial"/>
                </a:rPr>
                <a:t>CONCLUSIONES</a:t>
              </a:r>
              <a:endParaRPr/>
            </a:p>
          </p:txBody>
        </p:sp>
      </p:grpSp>
      <p:sp>
        <p:nvSpPr>
          <p:cNvPr id="112" name="Google Shape;112;p2"/>
          <p:cNvSpPr/>
          <p:nvPr/>
        </p:nvSpPr>
        <p:spPr>
          <a:xfrm>
            <a:off x="500673" y="8158840"/>
            <a:ext cx="8287800" cy="1275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4196C9"/>
              </a:buClr>
              <a:buSzPts val="1800"/>
              <a:buFont typeface="Arial"/>
              <a:buNone/>
            </a:pPr>
            <a:r>
              <a:rPr lang="en-US" sz="1700" b="1" i="0" u="none" strike="noStrike" cap="none">
                <a:solidFill>
                  <a:srgbClr val="4196C9"/>
                </a:solidFill>
                <a:latin typeface="Arial"/>
                <a:ea typeface="Arial"/>
                <a:cs typeface="Arial"/>
                <a:sym typeface="Arial"/>
              </a:rPr>
              <a:t>Tabla 1. </a:t>
            </a:r>
            <a:r>
              <a:rPr lang="en-US" sz="1700" b="1" i="0" u="none" strike="noStrike" cap="none">
                <a:solidFill>
                  <a:srgbClr val="000000"/>
                </a:solidFill>
                <a:latin typeface="Arial"/>
                <a:ea typeface="Arial"/>
                <a:cs typeface="Arial"/>
                <a:sym typeface="Arial"/>
              </a:rPr>
              <a:t>Resumen de las variantes génicas identificadas en los sujetos de estudio</a:t>
            </a:r>
            <a:r>
              <a:rPr lang="en-US" sz="1700" b="0" i="0" u="none" strike="noStrike" cap="none">
                <a:solidFill>
                  <a:srgbClr val="000000"/>
                </a:solidFill>
                <a:latin typeface="Arial"/>
                <a:ea typeface="Arial"/>
                <a:cs typeface="Arial"/>
                <a:sym typeface="Arial"/>
              </a:rPr>
              <a:t>. Se detallan las coordenadas genómicas (hg38), la nomenclatura HGVS (c. y p.), la predicción de patogenicidad in silico (SIFT/PolyPhen) y la interpretación clínica para los genes MC4R, LEPR y TP53.</a:t>
            </a:r>
            <a:endParaRPr sz="1700" b="0" i="0" u="none" strike="noStrike" cap="none">
              <a:solidFill>
                <a:srgbClr val="000000"/>
              </a:solidFill>
              <a:latin typeface="Arial"/>
              <a:ea typeface="Arial"/>
              <a:cs typeface="Arial"/>
              <a:sym typeface="Arial"/>
            </a:endParaRPr>
          </a:p>
        </p:txBody>
      </p:sp>
      <p:sp>
        <p:nvSpPr>
          <p:cNvPr id="113" name="Google Shape;113;p2"/>
          <p:cNvSpPr/>
          <p:nvPr/>
        </p:nvSpPr>
        <p:spPr>
          <a:xfrm>
            <a:off x="8915399" y="8158840"/>
            <a:ext cx="5683800" cy="1275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4196C9"/>
              </a:buClr>
              <a:buSzPts val="1800"/>
              <a:buFont typeface="Arial"/>
              <a:buNone/>
            </a:pPr>
            <a:r>
              <a:rPr lang="en-US" sz="1700" b="1" i="0" u="none" strike="noStrike" cap="none">
                <a:solidFill>
                  <a:srgbClr val="4196C9"/>
                </a:solidFill>
                <a:latin typeface="Arial"/>
                <a:ea typeface="Arial"/>
                <a:cs typeface="Arial"/>
                <a:sym typeface="Arial"/>
              </a:rPr>
              <a:t>Figura 1. </a:t>
            </a:r>
            <a:r>
              <a:rPr lang="en-US" sz="1700" b="1" i="0" u="none" strike="noStrike" cap="none">
                <a:solidFill>
                  <a:srgbClr val="000000"/>
                </a:solidFill>
                <a:latin typeface="Arial"/>
                <a:ea typeface="Arial"/>
                <a:cs typeface="Arial"/>
                <a:sym typeface="Arial"/>
              </a:rPr>
              <a:t>Representación de los dominios de la proteína LEPR (Uniprot P48357)</a:t>
            </a:r>
            <a:r>
              <a:rPr lang="en-US" sz="1700" b="0" i="0" u="none" strike="noStrike" cap="none">
                <a:solidFill>
                  <a:srgbClr val="000000"/>
                </a:solidFill>
                <a:latin typeface="Arial"/>
                <a:ea typeface="Arial"/>
                <a:cs typeface="Arial"/>
                <a:sym typeface="Arial"/>
              </a:rPr>
              <a:t>. La flecha indica el truncamiento prematuro de la proteína (aa 617), provocando la pérdida completa de los dominios transmembrana (TM) y citoplasmático.</a:t>
            </a:r>
            <a:endParaRPr sz="1700"/>
          </a:p>
        </p:txBody>
      </p:sp>
      <p:sp>
        <p:nvSpPr>
          <p:cNvPr id="114" name="Google Shape;114;p2"/>
          <p:cNvSpPr/>
          <p:nvPr/>
        </p:nvSpPr>
        <p:spPr>
          <a:xfrm>
            <a:off x="500675" y="13268475"/>
            <a:ext cx="9189300" cy="14010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4196C9"/>
              </a:buClr>
              <a:buSzPts val="1800"/>
              <a:buFont typeface="Arial"/>
              <a:buNone/>
            </a:pPr>
            <a:r>
              <a:rPr lang="en-US" sz="1700" b="1" i="0" u="none" strike="noStrike" cap="none">
                <a:solidFill>
                  <a:srgbClr val="4196C9"/>
                </a:solidFill>
                <a:latin typeface="Arial"/>
                <a:ea typeface="Arial"/>
                <a:cs typeface="Arial"/>
                <a:sym typeface="Arial"/>
              </a:rPr>
              <a:t>Figura 2. </a:t>
            </a:r>
            <a:r>
              <a:rPr lang="en-US" sz="1700" b="1" i="0" u="none" strike="noStrike" cap="none">
                <a:solidFill>
                  <a:srgbClr val="000000"/>
                </a:solidFill>
                <a:latin typeface="Arial"/>
                <a:ea typeface="Arial"/>
                <a:cs typeface="Arial"/>
                <a:sym typeface="Arial"/>
              </a:rPr>
              <a:t>Análisis de conservación evolutiva del receptor de melanocortina-4 (MC4R)</a:t>
            </a:r>
            <a:r>
              <a:rPr lang="en-US" sz="1700" b="0" i="0" u="none" strike="noStrike" cap="none">
                <a:solidFill>
                  <a:srgbClr val="000000"/>
                </a:solidFill>
                <a:latin typeface="Arial"/>
                <a:ea typeface="Arial"/>
                <a:cs typeface="Arial"/>
                <a:sym typeface="Arial"/>
              </a:rPr>
              <a:t>. Alineamiento múltiple de secuencias ortólogas (Clustal Omega) mostrando la región de la hélice transmembrana. </a:t>
            </a:r>
            <a:r>
              <a:rPr lang="en-US" sz="1700"/>
              <a:t>El recuadro rojo</a:t>
            </a:r>
            <a:r>
              <a:rPr lang="en-US" sz="1700" b="0" i="0" u="none" strike="noStrike" cap="none">
                <a:solidFill>
                  <a:srgbClr val="000000"/>
                </a:solidFill>
                <a:latin typeface="Arial"/>
                <a:ea typeface="Arial"/>
                <a:cs typeface="Arial"/>
                <a:sym typeface="Arial"/>
              </a:rPr>
              <a:t> indica el residuo Prolina en posición 272, el cual se encuentra totalmente conservado en todas las especies analizadas (desde peces hasta humanos), evidenciando su importancia para la integridad estructural de la proteína.</a:t>
            </a:r>
            <a:endParaRPr sz="1700" b="0" i="0" u="none" strike="noStrike" cap="none">
              <a:solidFill>
                <a:srgbClr val="000000"/>
              </a:solidFill>
              <a:latin typeface="Arial"/>
              <a:ea typeface="Arial"/>
              <a:cs typeface="Arial"/>
              <a:sym typeface="Arial"/>
            </a:endParaRPr>
          </a:p>
        </p:txBody>
      </p:sp>
      <p:pic>
        <p:nvPicPr>
          <p:cNvPr id="115" name="Google Shape;115;p2"/>
          <p:cNvPicPr preferRelativeResize="0"/>
          <p:nvPr/>
        </p:nvPicPr>
        <p:blipFill rotWithShape="1">
          <a:blip r:embed="rId5">
            <a:alphaModFix/>
          </a:blip>
          <a:srcRect t="37239" r="35749"/>
          <a:stretch/>
        </p:blipFill>
        <p:spPr>
          <a:xfrm>
            <a:off x="709599" y="14911750"/>
            <a:ext cx="8771463" cy="1753675"/>
          </a:xfrm>
          <a:prstGeom prst="rect">
            <a:avLst/>
          </a:prstGeom>
          <a:noFill/>
          <a:ln>
            <a:noFill/>
          </a:ln>
        </p:spPr>
      </p:pic>
      <p:grpSp>
        <p:nvGrpSpPr>
          <p:cNvPr id="116" name="Google Shape;116;p2"/>
          <p:cNvGrpSpPr/>
          <p:nvPr/>
        </p:nvGrpSpPr>
        <p:grpSpPr>
          <a:xfrm>
            <a:off x="8970008" y="9457819"/>
            <a:ext cx="5574599" cy="3733182"/>
            <a:chOff x="3167065" y="14367665"/>
            <a:chExt cx="8267239" cy="3742914"/>
          </a:xfrm>
        </p:grpSpPr>
        <p:pic>
          <p:nvPicPr>
            <p:cNvPr id="117" name="Google Shape;117;p2"/>
            <p:cNvPicPr preferRelativeResize="0"/>
            <p:nvPr/>
          </p:nvPicPr>
          <p:blipFill rotWithShape="1">
            <a:blip r:embed="rId6">
              <a:alphaModFix/>
            </a:blip>
            <a:srcRect b="-283"/>
            <a:stretch/>
          </p:blipFill>
          <p:spPr>
            <a:xfrm>
              <a:off x="3167065" y="14367665"/>
              <a:ext cx="8267239" cy="3742914"/>
            </a:xfrm>
            <a:prstGeom prst="rect">
              <a:avLst/>
            </a:prstGeom>
            <a:noFill/>
            <a:ln>
              <a:noFill/>
            </a:ln>
          </p:spPr>
        </p:pic>
        <p:cxnSp>
          <p:nvCxnSpPr>
            <p:cNvPr id="118" name="Google Shape;118;p2"/>
            <p:cNvCxnSpPr/>
            <p:nvPr/>
          </p:nvCxnSpPr>
          <p:spPr>
            <a:xfrm>
              <a:off x="7418567" y="14399812"/>
              <a:ext cx="0" cy="1061499"/>
            </a:xfrm>
            <a:prstGeom prst="straightConnector1">
              <a:avLst/>
            </a:prstGeom>
            <a:noFill/>
            <a:ln w="74750" cap="flat" cmpd="sng">
              <a:solidFill>
                <a:srgbClr val="0070C0"/>
              </a:solidFill>
              <a:prstDash val="solid"/>
              <a:miter lim="800000"/>
              <a:headEnd type="none" w="sm" len="sm"/>
              <a:tailEnd type="triangle" w="med" len="med"/>
            </a:ln>
          </p:spPr>
        </p:cxnSp>
      </p:grpSp>
      <p:graphicFrame>
        <p:nvGraphicFramePr>
          <p:cNvPr id="119" name="Google Shape;119;p2"/>
          <p:cNvGraphicFramePr/>
          <p:nvPr/>
        </p:nvGraphicFramePr>
        <p:xfrm>
          <a:off x="500673" y="9457779"/>
          <a:ext cx="8287775" cy="3568425"/>
        </p:xfrm>
        <a:graphic>
          <a:graphicData uri="http://schemas.openxmlformats.org/drawingml/2006/table">
            <a:tbl>
              <a:tblPr>
                <a:noFill/>
                <a:tableStyleId>{7E54BB62-479E-4B14-9536-B2B5FF14256D}</a:tableStyleId>
              </a:tblPr>
              <a:tblGrid>
                <a:gridCol w="776075">
                  <a:extLst>
                    <a:ext uri="{9D8B030D-6E8A-4147-A177-3AD203B41FA5}">
                      <a16:colId xmlns:a16="http://schemas.microsoft.com/office/drawing/2014/main" val="20000"/>
                    </a:ext>
                  </a:extLst>
                </a:gridCol>
                <a:gridCol w="1091625">
                  <a:extLst>
                    <a:ext uri="{9D8B030D-6E8A-4147-A177-3AD203B41FA5}">
                      <a16:colId xmlns:a16="http://schemas.microsoft.com/office/drawing/2014/main" val="20001"/>
                    </a:ext>
                  </a:extLst>
                </a:gridCol>
                <a:gridCol w="10267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1168400">
                  <a:extLst>
                    <a:ext uri="{9D8B030D-6E8A-4147-A177-3AD203B41FA5}">
                      <a16:colId xmlns:a16="http://schemas.microsoft.com/office/drawing/2014/main" val="20004"/>
                    </a:ext>
                  </a:extLst>
                </a:gridCol>
                <a:gridCol w="814475">
                  <a:extLst>
                    <a:ext uri="{9D8B030D-6E8A-4147-A177-3AD203B41FA5}">
                      <a16:colId xmlns:a16="http://schemas.microsoft.com/office/drawing/2014/main" val="20005"/>
                    </a:ext>
                  </a:extLst>
                </a:gridCol>
                <a:gridCol w="809575">
                  <a:extLst>
                    <a:ext uri="{9D8B030D-6E8A-4147-A177-3AD203B41FA5}">
                      <a16:colId xmlns:a16="http://schemas.microsoft.com/office/drawing/2014/main" val="20006"/>
                    </a:ext>
                  </a:extLst>
                </a:gridCol>
                <a:gridCol w="840700">
                  <a:extLst>
                    <a:ext uri="{9D8B030D-6E8A-4147-A177-3AD203B41FA5}">
                      <a16:colId xmlns:a16="http://schemas.microsoft.com/office/drawing/2014/main" val="20007"/>
                    </a:ext>
                  </a:extLst>
                </a:gridCol>
                <a:gridCol w="921950">
                  <a:extLst>
                    <a:ext uri="{9D8B030D-6E8A-4147-A177-3AD203B41FA5}">
                      <a16:colId xmlns:a16="http://schemas.microsoft.com/office/drawing/2014/main" val="20008"/>
                    </a:ext>
                  </a:extLst>
                </a:gridCol>
              </a:tblGrid>
              <a:tr h="693925">
                <a:tc>
                  <a:txBody>
                    <a:bodyPr/>
                    <a:lstStyle/>
                    <a:p>
                      <a:pPr marL="0" marR="0" lvl="0" indent="0" algn="l" rtl="0">
                        <a:spcBef>
                          <a:spcPts val="0"/>
                        </a:spcBef>
                        <a:spcAft>
                          <a:spcPts val="0"/>
                        </a:spcAft>
                        <a:buNone/>
                      </a:pPr>
                      <a:r>
                        <a:rPr lang="en-US" sz="1000" b="1" u="none" strike="noStrike" cap="none">
                          <a:solidFill>
                            <a:srgbClr val="1F1F1F"/>
                          </a:solidFill>
                        </a:rPr>
                        <a:t>Sujeto</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Gen (Transcrito)</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Coordenadas (hg38)</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Variante c.</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Variante p. (ID Prot)</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Tipo</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Frec. (gnomAD)</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Predicción</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tc>
                  <a:txBody>
                    <a:bodyPr/>
                    <a:lstStyle/>
                    <a:p>
                      <a:pPr marL="0" marR="0" lvl="0" indent="0" algn="ctr" rtl="0">
                        <a:spcBef>
                          <a:spcPts val="0"/>
                        </a:spcBef>
                        <a:spcAft>
                          <a:spcPts val="0"/>
                        </a:spcAft>
                        <a:buNone/>
                      </a:pPr>
                      <a:r>
                        <a:rPr lang="en-US" sz="1000" b="1" u="none" strike="noStrike" cap="none">
                          <a:solidFill>
                            <a:srgbClr val="1F1F1F"/>
                          </a:solidFill>
                        </a:rPr>
                        <a:t>Cigosidad</a:t>
                      </a:r>
                      <a:endParaRPr sz="1000" u="none" strike="noStrike" cap="none">
                        <a:solidFill>
                          <a:srgbClr val="1F1F1F"/>
                        </a:solidFill>
                        <a:latin typeface="Arial"/>
                        <a:ea typeface="Arial"/>
                        <a:cs typeface="Arial"/>
                        <a:sym typeface="Arial"/>
                      </a:endParaRPr>
                    </a:p>
                  </a:txBody>
                  <a:tcPr marL="91450" marR="91450" marT="60950" marB="60950" anchor="ctr">
                    <a:lnB w="12700" cap="flat" cmpd="sng">
                      <a:solidFill>
                        <a:schemeClr val="dk1"/>
                      </a:solidFill>
                      <a:prstDash val="solid"/>
                      <a:round/>
                      <a:headEnd type="none" w="sm" len="sm"/>
                      <a:tailEnd type="none" w="sm" len="sm"/>
                    </a:lnB>
                    <a:solidFill>
                      <a:srgbClr val="4892DC"/>
                    </a:solidFill>
                  </a:tcPr>
                </a:tc>
                <a:extLst>
                  <a:ext uri="{0D108BD9-81ED-4DB2-BD59-A6C34878D82A}">
                    <a16:rowId xmlns:a16="http://schemas.microsoft.com/office/drawing/2014/main" val="10000"/>
                  </a:ext>
                </a:extLst>
              </a:tr>
              <a:tr h="933450">
                <a:tc>
                  <a:txBody>
                    <a:bodyPr/>
                    <a:lstStyle/>
                    <a:p>
                      <a:pPr marL="0" marR="0" lvl="0" indent="0" algn="l" rtl="0">
                        <a:spcBef>
                          <a:spcPts val="0"/>
                        </a:spcBef>
                        <a:spcAft>
                          <a:spcPts val="0"/>
                        </a:spcAft>
                        <a:buNone/>
                      </a:pPr>
                      <a:r>
                        <a:rPr lang="en-US" sz="1000" b="1" u="none" strike="noStrike" cap="none">
                          <a:solidFill>
                            <a:srgbClr val="1F1F1F"/>
                          </a:solidFill>
                        </a:rPr>
                        <a:t>Abraham / Maggie</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3C5ED"/>
                    </a:solidFill>
                  </a:tcPr>
                </a:tc>
                <a:tc>
                  <a:txBody>
                    <a:bodyPr/>
                    <a:lstStyle/>
                    <a:p>
                      <a:pPr marL="0" marR="0" lvl="0" indent="0" algn="ctr" rtl="0">
                        <a:spcBef>
                          <a:spcPts val="0"/>
                        </a:spcBef>
                        <a:spcAft>
                          <a:spcPts val="0"/>
                        </a:spcAft>
                        <a:buNone/>
                      </a:pPr>
                      <a:r>
                        <a:rPr lang="en-US" sz="1000" u="none" strike="noStrike" cap="none">
                          <a:solidFill>
                            <a:srgbClr val="1F1F1F"/>
                          </a:solidFill>
                        </a:rPr>
                        <a:t>MC4R (NM_005912.3)</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18:60371535</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c.815C&gt;A</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p.Pro272His (NP_005903.2)</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Missense</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Deleterious</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Heterocigoto</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5475">
                <a:tc>
                  <a:txBody>
                    <a:bodyPr/>
                    <a:lstStyle/>
                    <a:p>
                      <a:pPr marL="0" marR="0" lvl="0" indent="0" algn="l" rtl="0">
                        <a:spcBef>
                          <a:spcPts val="0"/>
                        </a:spcBef>
                        <a:spcAft>
                          <a:spcPts val="0"/>
                        </a:spcAft>
                        <a:buNone/>
                      </a:pPr>
                      <a:r>
                        <a:rPr lang="en-US" sz="1000" b="1" u="none" strike="noStrike" cap="none">
                          <a:solidFill>
                            <a:srgbClr val="1F1F1F"/>
                          </a:solidFill>
                        </a:rPr>
                        <a:t>Maggie</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3C5ED"/>
                    </a:solidFill>
                  </a:tcPr>
                </a:tc>
                <a:tc>
                  <a:txBody>
                    <a:bodyPr/>
                    <a:lstStyle/>
                    <a:p>
                      <a:pPr marL="0" marR="0" lvl="0" indent="0" algn="ctr" rtl="0">
                        <a:spcBef>
                          <a:spcPts val="0"/>
                        </a:spcBef>
                        <a:spcAft>
                          <a:spcPts val="0"/>
                        </a:spcAft>
                        <a:buNone/>
                      </a:pPr>
                      <a:r>
                        <a:rPr lang="en-US" sz="1000" u="none" strike="noStrike" cap="none">
                          <a:solidFill>
                            <a:srgbClr val="1F1F1F"/>
                          </a:solidFill>
                        </a:rPr>
                        <a:t>LEPR (NM_002303.6)</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1:65609983</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c.1790del</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p.Ser597Ilefs*20 (NP_002294.2)</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Frameshift</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Heterocigoto</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025575">
                <a:tc>
                  <a:txBody>
                    <a:bodyPr/>
                    <a:lstStyle/>
                    <a:p>
                      <a:pPr marL="0" marR="0" lvl="0" indent="0" algn="l" rtl="0">
                        <a:spcBef>
                          <a:spcPts val="0"/>
                        </a:spcBef>
                        <a:spcAft>
                          <a:spcPts val="0"/>
                        </a:spcAft>
                        <a:buNone/>
                      </a:pPr>
                      <a:r>
                        <a:rPr lang="en-US" sz="1000" b="1" u="none" strike="noStrike" cap="none">
                          <a:solidFill>
                            <a:srgbClr val="1F1F1F"/>
                          </a:solidFill>
                        </a:rPr>
                        <a:t>Ambos</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3C5ED"/>
                    </a:solidFill>
                  </a:tcPr>
                </a:tc>
                <a:tc>
                  <a:txBody>
                    <a:bodyPr/>
                    <a:lstStyle/>
                    <a:p>
                      <a:pPr marL="0" marR="0" lvl="0" indent="0" algn="ctr" rtl="0">
                        <a:spcBef>
                          <a:spcPts val="0"/>
                        </a:spcBef>
                        <a:spcAft>
                          <a:spcPts val="0"/>
                        </a:spcAft>
                        <a:buNone/>
                      </a:pPr>
                      <a:r>
                        <a:rPr lang="en-US" sz="1000" u="none" strike="noStrike" cap="none">
                          <a:solidFill>
                            <a:srgbClr val="1F1F1F"/>
                          </a:solidFill>
                        </a:rPr>
                        <a:t>TP53 (NM_000546.6)</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17:7676154</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c.215C&gt;T</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p.Pro72Leu (NP_000537.3)</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Missense</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6.84E-04</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Tolerated/ Risk</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000" u="none" strike="noStrike" cap="none">
                          <a:solidFill>
                            <a:srgbClr val="1F1F1F"/>
                          </a:solidFill>
                        </a:rPr>
                        <a:t>Heterocigoto</a:t>
                      </a:r>
                      <a:endParaRPr sz="1000" u="none" strike="noStrike" cap="none">
                        <a:solidFill>
                          <a:srgbClr val="1F1F1F"/>
                        </a:solidFill>
                        <a:latin typeface="Arial"/>
                        <a:ea typeface="Arial"/>
                        <a:cs typeface="Arial"/>
                        <a:sym typeface="Arial"/>
                      </a:endParaRPr>
                    </a:p>
                  </a:txBody>
                  <a:tcPr marL="91450" marR="91450" marT="60950" marB="60950"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0" name="Google Shape;120;p2"/>
          <p:cNvSpPr/>
          <p:nvPr/>
        </p:nvSpPr>
        <p:spPr>
          <a:xfrm>
            <a:off x="9904975" y="13268475"/>
            <a:ext cx="4694100" cy="568800"/>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rgbClr val="4196C9"/>
              </a:buClr>
              <a:buSzPts val="1800"/>
              <a:buFont typeface="Arial"/>
              <a:buNone/>
            </a:pPr>
            <a:r>
              <a:rPr lang="en-US" sz="1700" b="1" i="0" u="none" strike="noStrike" cap="none">
                <a:solidFill>
                  <a:srgbClr val="4196C9"/>
                </a:solidFill>
                <a:latin typeface="Arial"/>
                <a:ea typeface="Arial"/>
                <a:cs typeface="Arial"/>
                <a:sym typeface="Arial"/>
              </a:rPr>
              <a:t>Figura 3. </a:t>
            </a:r>
            <a:r>
              <a:rPr lang="en-US" sz="1700" b="1" i="0" u="none" strike="noStrike" cap="none">
                <a:solidFill>
                  <a:srgbClr val="000000"/>
                </a:solidFill>
                <a:latin typeface="Arial"/>
                <a:ea typeface="Arial"/>
                <a:cs typeface="Arial"/>
                <a:sym typeface="Arial"/>
              </a:rPr>
              <a:t>Ruta de señalización de la leptina-melacortina. </a:t>
            </a:r>
            <a:endParaRPr sz="1700" b="0" i="0" u="none" strike="noStrike" cap="none">
              <a:solidFill>
                <a:srgbClr val="000000"/>
              </a:solidFill>
              <a:latin typeface="Arial"/>
              <a:ea typeface="Arial"/>
              <a:cs typeface="Arial"/>
              <a:sym typeface="Arial"/>
            </a:endParaRPr>
          </a:p>
        </p:txBody>
      </p:sp>
      <p:pic>
        <p:nvPicPr>
          <p:cNvPr id="121" name="Google Shape;121;p2" title="R-HSA-2586552 (1).png"/>
          <p:cNvPicPr preferRelativeResize="0"/>
          <p:nvPr/>
        </p:nvPicPr>
        <p:blipFill>
          <a:blip r:embed="rId7">
            <a:alphaModFix/>
          </a:blip>
          <a:stretch>
            <a:fillRect/>
          </a:stretch>
        </p:blipFill>
        <p:spPr>
          <a:xfrm>
            <a:off x="9905000" y="13837267"/>
            <a:ext cx="4694052" cy="2991080"/>
          </a:xfrm>
          <a:prstGeom prst="rect">
            <a:avLst/>
          </a:prstGeom>
          <a:solidFill>
            <a:schemeClr val="lt1"/>
          </a:solidFill>
          <a:ln>
            <a:noFill/>
          </a:ln>
        </p:spPr>
      </p:pic>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775</Words>
  <Application>Microsoft Macintosh PowerPoint</Application>
  <PresentationFormat>Personalizado</PresentationFormat>
  <Paragraphs>62</Paragraphs>
  <Slides>1</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vt:i4>
      </vt:variant>
    </vt:vector>
  </HeadingPairs>
  <TitlesOfParts>
    <vt:vector size="4" baseType="lpstr">
      <vt:lpstr>Arial</vt:lpstr>
      <vt:lpstr>Play</vt:lpstr>
      <vt:lpstr>Tema de Office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Victor  de la O Pascual</dc:creator>
  <cp:lastModifiedBy>Microsoft Office User</cp:lastModifiedBy>
  <cp:revision>1</cp:revision>
  <dcterms:created xsi:type="dcterms:W3CDTF">2025-04-21T10:03:24Z</dcterms:created>
  <dcterms:modified xsi:type="dcterms:W3CDTF">2026-02-02T11:13:59Z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