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Lst>
  <p:sldSz cy="21383625" cx="15119350"/>
  <p:notesSz cx="6858000" cy="9144000"/>
  <p:embeddedFontLst>
    <p:embeddedFont>
      <p:font typeface="Play"/>
      <p:regular r:id="rId6"/>
      <p:bold r:id="rId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 roundtripDataSignature="AMtx7mgfaq9iosP8ZEYaIQAVokwOs2yXH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font" Target="fonts/Play-regular.fntdata"/><Relationship Id="rId7" Type="http://schemas.openxmlformats.org/officeDocument/2006/relationships/font" Target="fonts/Play-bold.fntdata"/><Relationship Id="rId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2338388" y="1143000"/>
            <a:ext cx="21812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2338388" y="1143000"/>
            <a:ext cx="21812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1133951" y="3499590"/>
            <a:ext cx="12851448" cy="7444669"/>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9921"/>
              <a:buFont typeface="Play"/>
              <a:buNone/>
              <a:defRPr sz="992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889919" y="11231355"/>
            <a:ext cx="11339513" cy="5162758"/>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654"/>
              </a:spcBef>
              <a:spcAft>
                <a:spcPts val="0"/>
              </a:spcAft>
              <a:buClr>
                <a:schemeClr val="dk1"/>
              </a:buClr>
              <a:buSzPts val="3968"/>
              <a:buNone/>
              <a:defRPr sz="3968"/>
            </a:lvl1pPr>
            <a:lvl2pPr lvl="1" algn="ctr">
              <a:lnSpc>
                <a:spcPct val="90000"/>
              </a:lnSpc>
              <a:spcBef>
                <a:spcPts val="827"/>
              </a:spcBef>
              <a:spcAft>
                <a:spcPts val="0"/>
              </a:spcAft>
              <a:buClr>
                <a:schemeClr val="dk1"/>
              </a:buClr>
              <a:buSzPts val="3307"/>
              <a:buNone/>
              <a:defRPr sz="3307"/>
            </a:lvl2pPr>
            <a:lvl3pPr lvl="2" algn="ctr">
              <a:lnSpc>
                <a:spcPct val="90000"/>
              </a:lnSpc>
              <a:spcBef>
                <a:spcPts val="827"/>
              </a:spcBef>
              <a:spcAft>
                <a:spcPts val="0"/>
              </a:spcAft>
              <a:buClr>
                <a:schemeClr val="dk1"/>
              </a:buClr>
              <a:buSzPts val="2976"/>
              <a:buNone/>
              <a:defRPr sz="2976"/>
            </a:lvl3pPr>
            <a:lvl4pPr lvl="3" algn="ctr">
              <a:lnSpc>
                <a:spcPct val="90000"/>
              </a:lnSpc>
              <a:spcBef>
                <a:spcPts val="827"/>
              </a:spcBef>
              <a:spcAft>
                <a:spcPts val="0"/>
              </a:spcAft>
              <a:buClr>
                <a:schemeClr val="dk1"/>
              </a:buClr>
              <a:buSzPts val="2646"/>
              <a:buNone/>
              <a:defRPr sz="2646"/>
            </a:lvl4pPr>
            <a:lvl5pPr lvl="4" algn="ctr">
              <a:lnSpc>
                <a:spcPct val="90000"/>
              </a:lnSpc>
              <a:spcBef>
                <a:spcPts val="827"/>
              </a:spcBef>
              <a:spcAft>
                <a:spcPts val="0"/>
              </a:spcAft>
              <a:buClr>
                <a:schemeClr val="dk1"/>
              </a:buClr>
              <a:buSzPts val="2646"/>
              <a:buNone/>
              <a:defRPr sz="2646"/>
            </a:lvl5pPr>
            <a:lvl6pPr lvl="5" algn="ctr">
              <a:lnSpc>
                <a:spcPct val="90000"/>
              </a:lnSpc>
              <a:spcBef>
                <a:spcPts val="827"/>
              </a:spcBef>
              <a:spcAft>
                <a:spcPts val="0"/>
              </a:spcAft>
              <a:buClr>
                <a:schemeClr val="dk1"/>
              </a:buClr>
              <a:buSzPts val="2646"/>
              <a:buNone/>
              <a:defRPr sz="2646"/>
            </a:lvl6pPr>
            <a:lvl7pPr lvl="6" algn="ctr">
              <a:lnSpc>
                <a:spcPct val="90000"/>
              </a:lnSpc>
              <a:spcBef>
                <a:spcPts val="827"/>
              </a:spcBef>
              <a:spcAft>
                <a:spcPts val="0"/>
              </a:spcAft>
              <a:buClr>
                <a:schemeClr val="dk1"/>
              </a:buClr>
              <a:buSzPts val="2646"/>
              <a:buNone/>
              <a:defRPr sz="2646"/>
            </a:lvl7pPr>
            <a:lvl8pPr lvl="7" algn="ctr">
              <a:lnSpc>
                <a:spcPct val="90000"/>
              </a:lnSpc>
              <a:spcBef>
                <a:spcPts val="827"/>
              </a:spcBef>
              <a:spcAft>
                <a:spcPts val="0"/>
              </a:spcAft>
              <a:buClr>
                <a:schemeClr val="dk1"/>
              </a:buClr>
              <a:buSzPts val="2646"/>
              <a:buNone/>
              <a:defRPr sz="2646"/>
            </a:lvl8pPr>
            <a:lvl9pPr lvl="8" algn="ctr">
              <a:lnSpc>
                <a:spcPct val="90000"/>
              </a:lnSpc>
              <a:spcBef>
                <a:spcPts val="827"/>
              </a:spcBef>
              <a:spcAft>
                <a:spcPts val="0"/>
              </a:spcAft>
              <a:buClr>
                <a:schemeClr val="dk1"/>
              </a:buClr>
              <a:buSzPts val="2646"/>
              <a:buNone/>
              <a:defRPr sz="2646"/>
            </a:lvl9pPr>
          </a:lstStyle>
          <a:p/>
        </p:txBody>
      </p:sp>
      <p:sp>
        <p:nvSpPr>
          <p:cNvPr id="18" name="Google Shape;18;p3"/>
          <p:cNvSpPr txBox="1"/>
          <p:nvPr>
            <p:ph idx="10" type="dt"/>
          </p:nvPr>
        </p:nvSpPr>
        <p:spPr>
          <a:xfrm>
            <a:off x="1039455" y="19819457"/>
            <a:ext cx="3401854" cy="11384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5008285" y="19819457"/>
            <a:ext cx="5102781" cy="113848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10678041" y="19819457"/>
            <a:ext cx="3401854" cy="11384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1039456" y="1138485"/>
            <a:ext cx="13040439" cy="413317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1039456" y="5692400"/>
            <a:ext cx="13040439" cy="1356771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654"/>
              </a:spcBef>
              <a:spcAft>
                <a:spcPts val="0"/>
              </a:spcAft>
              <a:buClr>
                <a:schemeClr val="dk1"/>
              </a:buClr>
              <a:buSzPts val="1800"/>
              <a:buChar char="•"/>
              <a:defRPr/>
            </a:lvl1pPr>
            <a:lvl2pPr indent="-342900" lvl="1" marL="914400" algn="l">
              <a:lnSpc>
                <a:spcPct val="90000"/>
              </a:lnSpc>
              <a:spcBef>
                <a:spcPts val="827"/>
              </a:spcBef>
              <a:spcAft>
                <a:spcPts val="0"/>
              </a:spcAft>
              <a:buClr>
                <a:schemeClr val="dk1"/>
              </a:buClr>
              <a:buSzPts val="1800"/>
              <a:buChar char="•"/>
              <a:defRPr/>
            </a:lvl2pPr>
            <a:lvl3pPr indent="-342900" lvl="2" marL="1371600" algn="l">
              <a:lnSpc>
                <a:spcPct val="90000"/>
              </a:lnSpc>
              <a:spcBef>
                <a:spcPts val="827"/>
              </a:spcBef>
              <a:spcAft>
                <a:spcPts val="0"/>
              </a:spcAft>
              <a:buClr>
                <a:schemeClr val="dk1"/>
              </a:buClr>
              <a:buSzPts val="1800"/>
              <a:buChar char="•"/>
              <a:defRPr/>
            </a:lvl3pPr>
            <a:lvl4pPr indent="-342900" lvl="3" marL="1828800" algn="l">
              <a:lnSpc>
                <a:spcPct val="90000"/>
              </a:lnSpc>
              <a:spcBef>
                <a:spcPts val="827"/>
              </a:spcBef>
              <a:spcAft>
                <a:spcPts val="0"/>
              </a:spcAft>
              <a:buClr>
                <a:schemeClr val="dk1"/>
              </a:buClr>
              <a:buSzPts val="1800"/>
              <a:buChar char="•"/>
              <a:defRPr/>
            </a:lvl4pPr>
            <a:lvl5pPr indent="-342900" lvl="4" marL="2286000" algn="l">
              <a:lnSpc>
                <a:spcPct val="90000"/>
              </a:lnSpc>
              <a:spcBef>
                <a:spcPts val="827"/>
              </a:spcBef>
              <a:spcAft>
                <a:spcPts val="0"/>
              </a:spcAft>
              <a:buClr>
                <a:schemeClr val="dk1"/>
              </a:buClr>
              <a:buSzPts val="1800"/>
              <a:buChar char="•"/>
              <a:defRPr/>
            </a:lvl5pPr>
            <a:lvl6pPr indent="-342900" lvl="5" marL="2743200" algn="l">
              <a:lnSpc>
                <a:spcPct val="90000"/>
              </a:lnSpc>
              <a:spcBef>
                <a:spcPts val="827"/>
              </a:spcBef>
              <a:spcAft>
                <a:spcPts val="0"/>
              </a:spcAft>
              <a:buClr>
                <a:schemeClr val="dk1"/>
              </a:buClr>
              <a:buSzPts val="1800"/>
              <a:buChar char="•"/>
              <a:defRPr/>
            </a:lvl6pPr>
            <a:lvl7pPr indent="-342900" lvl="6" marL="3200400" algn="l">
              <a:lnSpc>
                <a:spcPct val="90000"/>
              </a:lnSpc>
              <a:spcBef>
                <a:spcPts val="827"/>
              </a:spcBef>
              <a:spcAft>
                <a:spcPts val="0"/>
              </a:spcAft>
              <a:buClr>
                <a:schemeClr val="dk1"/>
              </a:buClr>
              <a:buSzPts val="1800"/>
              <a:buChar char="•"/>
              <a:defRPr/>
            </a:lvl7pPr>
            <a:lvl8pPr indent="-342900" lvl="7" marL="3657600" algn="l">
              <a:lnSpc>
                <a:spcPct val="90000"/>
              </a:lnSpc>
              <a:spcBef>
                <a:spcPts val="827"/>
              </a:spcBef>
              <a:spcAft>
                <a:spcPts val="0"/>
              </a:spcAft>
              <a:buClr>
                <a:schemeClr val="dk1"/>
              </a:buClr>
              <a:buSzPts val="1800"/>
              <a:buChar char="•"/>
              <a:defRPr/>
            </a:lvl8pPr>
            <a:lvl9pPr indent="-342900" lvl="8" marL="4114800" algn="l">
              <a:lnSpc>
                <a:spcPct val="90000"/>
              </a:lnSpc>
              <a:spcBef>
                <a:spcPts val="827"/>
              </a:spcBef>
              <a:spcAft>
                <a:spcPts val="0"/>
              </a:spcAft>
              <a:buClr>
                <a:schemeClr val="dk1"/>
              </a:buClr>
              <a:buSzPts val="1800"/>
              <a:buChar char="•"/>
              <a:defRPr/>
            </a:lvl9pPr>
          </a:lstStyle>
          <a:p/>
        </p:txBody>
      </p:sp>
      <p:sp>
        <p:nvSpPr>
          <p:cNvPr id="24" name="Google Shape;24;p4"/>
          <p:cNvSpPr txBox="1"/>
          <p:nvPr>
            <p:ph idx="10" type="dt"/>
          </p:nvPr>
        </p:nvSpPr>
        <p:spPr>
          <a:xfrm>
            <a:off x="1039455" y="19819457"/>
            <a:ext cx="3401854" cy="11384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5008285" y="19819457"/>
            <a:ext cx="5102781" cy="113848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10678041" y="19819457"/>
            <a:ext cx="3401854" cy="11384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1031582" y="5331063"/>
            <a:ext cx="13040439" cy="889499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9921"/>
              <a:buFont typeface="Play"/>
              <a:buNone/>
              <a:defRPr sz="992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1031582" y="14310205"/>
            <a:ext cx="13040439" cy="467766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654"/>
              </a:spcBef>
              <a:spcAft>
                <a:spcPts val="0"/>
              </a:spcAft>
              <a:buClr>
                <a:srgbClr val="757575"/>
              </a:buClr>
              <a:buSzPts val="3968"/>
              <a:buNone/>
              <a:defRPr sz="3968">
                <a:solidFill>
                  <a:srgbClr val="757575"/>
                </a:solidFill>
              </a:defRPr>
            </a:lvl1pPr>
            <a:lvl2pPr indent="-228600" lvl="1" marL="914400" algn="l">
              <a:lnSpc>
                <a:spcPct val="90000"/>
              </a:lnSpc>
              <a:spcBef>
                <a:spcPts val="827"/>
              </a:spcBef>
              <a:spcAft>
                <a:spcPts val="0"/>
              </a:spcAft>
              <a:buClr>
                <a:srgbClr val="757575"/>
              </a:buClr>
              <a:buSzPts val="3307"/>
              <a:buNone/>
              <a:defRPr sz="3307">
                <a:solidFill>
                  <a:srgbClr val="757575"/>
                </a:solidFill>
              </a:defRPr>
            </a:lvl2pPr>
            <a:lvl3pPr indent="-228600" lvl="2" marL="1371600" algn="l">
              <a:lnSpc>
                <a:spcPct val="90000"/>
              </a:lnSpc>
              <a:spcBef>
                <a:spcPts val="827"/>
              </a:spcBef>
              <a:spcAft>
                <a:spcPts val="0"/>
              </a:spcAft>
              <a:buClr>
                <a:srgbClr val="757575"/>
              </a:buClr>
              <a:buSzPts val="2976"/>
              <a:buNone/>
              <a:defRPr sz="2976">
                <a:solidFill>
                  <a:srgbClr val="757575"/>
                </a:solidFill>
              </a:defRPr>
            </a:lvl3pPr>
            <a:lvl4pPr indent="-228600" lvl="3" marL="1828800" algn="l">
              <a:lnSpc>
                <a:spcPct val="90000"/>
              </a:lnSpc>
              <a:spcBef>
                <a:spcPts val="827"/>
              </a:spcBef>
              <a:spcAft>
                <a:spcPts val="0"/>
              </a:spcAft>
              <a:buClr>
                <a:srgbClr val="757575"/>
              </a:buClr>
              <a:buSzPts val="2646"/>
              <a:buNone/>
              <a:defRPr sz="2646">
                <a:solidFill>
                  <a:srgbClr val="757575"/>
                </a:solidFill>
              </a:defRPr>
            </a:lvl4pPr>
            <a:lvl5pPr indent="-228600" lvl="4" marL="2286000" algn="l">
              <a:lnSpc>
                <a:spcPct val="90000"/>
              </a:lnSpc>
              <a:spcBef>
                <a:spcPts val="827"/>
              </a:spcBef>
              <a:spcAft>
                <a:spcPts val="0"/>
              </a:spcAft>
              <a:buClr>
                <a:srgbClr val="757575"/>
              </a:buClr>
              <a:buSzPts val="2646"/>
              <a:buNone/>
              <a:defRPr sz="2646">
                <a:solidFill>
                  <a:srgbClr val="757575"/>
                </a:solidFill>
              </a:defRPr>
            </a:lvl5pPr>
            <a:lvl6pPr indent="-228600" lvl="5" marL="2743200" algn="l">
              <a:lnSpc>
                <a:spcPct val="90000"/>
              </a:lnSpc>
              <a:spcBef>
                <a:spcPts val="827"/>
              </a:spcBef>
              <a:spcAft>
                <a:spcPts val="0"/>
              </a:spcAft>
              <a:buClr>
                <a:srgbClr val="757575"/>
              </a:buClr>
              <a:buSzPts val="2646"/>
              <a:buNone/>
              <a:defRPr sz="2646">
                <a:solidFill>
                  <a:srgbClr val="757575"/>
                </a:solidFill>
              </a:defRPr>
            </a:lvl6pPr>
            <a:lvl7pPr indent="-228600" lvl="6" marL="3200400" algn="l">
              <a:lnSpc>
                <a:spcPct val="90000"/>
              </a:lnSpc>
              <a:spcBef>
                <a:spcPts val="827"/>
              </a:spcBef>
              <a:spcAft>
                <a:spcPts val="0"/>
              </a:spcAft>
              <a:buClr>
                <a:srgbClr val="757575"/>
              </a:buClr>
              <a:buSzPts val="2646"/>
              <a:buNone/>
              <a:defRPr sz="2646">
                <a:solidFill>
                  <a:srgbClr val="757575"/>
                </a:solidFill>
              </a:defRPr>
            </a:lvl7pPr>
            <a:lvl8pPr indent="-228600" lvl="7" marL="3657600" algn="l">
              <a:lnSpc>
                <a:spcPct val="90000"/>
              </a:lnSpc>
              <a:spcBef>
                <a:spcPts val="827"/>
              </a:spcBef>
              <a:spcAft>
                <a:spcPts val="0"/>
              </a:spcAft>
              <a:buClr>
                <a:srgbClr val="757575"/>
              </a:buClr>
              <a:buSzPts val="2646"/>
              <a:buNone/>
              <a:defRPr sz="2646">
                <a:solidFill>
                  <a:srgbClr val="757575"/>
                </a:solidFill>
              </a:defRPr>
            </a:lvl8pPr>
            <a:lvl9pPr indent="-228600" lvl="8" marL="4114800" algn="l">
              <a:lnSpc>
                <a:spcPct val="90000"/>
              </a:lnSpc>
              <a:spcBef>
                <a:spcPts val="827"/>
              </a:spcBef>
              <a:spcAft>
                <a:spcPts val="0"/>
              </a:spcAft>
              <a:buClr>
                <a:srgbClr val="757575"/>
              </a:buClr>
              <a:buSzPts val="2646"/>
              <a:buNone/>
              <a:defRPr sz="2646">
                <a:solidFill>
                  <a:srgbClr val="757575"/>
                </a:solidFill>
              </a:defRPr>
            </a:lvl9pPr>
          </a:lstStyle>
          <a:p/>
        </p:txBody>
      </p:sp>
      <p:sp>
        <p:nvSpPr>
          <p:cNvPr id="30" name="Google Shape;30;p5"/>
          <p:cNvSpPr txBox="1"/>
          <p:nvPr>
            <p:ph idx="10" type="dt"/>
          </p:nvPr>
        </p:nvSpPr>
        <p:spPr>
          <a:xfrm>
            <a:off x="1039455" y="19819457"/>
            <a:ext cx="3401854" cy="11384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5008285" y="19819457"/>
            <a:ext cx="5102781" cy="113848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10678041" y="19819457"/>
            <a:ext cx="3401854" cy="11384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1039456" y="1138485"/>
            <a:ext cx="13040439" cy="413317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1039455" y="5692400"/>
            <a:ext cx="6425724" cy="1356771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654"/>
              </a:spcBef>
              <a:spcAft>
                <a:spcPts val="0"/>
              </a:spcAft>
              <a:buClr>
                <a:schemeClr val="dk1"/>
              </a:buClr>
              <a:buSzPts val="1800"/>
              <a:buChar char="•"/>
              <a:defRPr/>
            </a:lvl1pPr>
            <a:lvl2pPr indent="-342900" lvl="1" marL="914400" algn="l">
              <a:lnSpc>
                <a:spcPct val="90000"/>
              </a:lnSpc>
              <a:spcBef>
                <a:spcPts val="827"/>
              </a:spcBef>
              <a:spcAft>
                <a:spcPts val="0"/>
              </a:spcAft>
              <a:buClr>
                <a:schemeClr val="dk1"/>
              </a:buClr>
              <a:buSzPts val="1800"/>
              <a:buChar char="•"/>
              <a:defRPr/>
            </a:lvl2pPr>
            <a:lvl3pPr indent="-342900" lvl="2" marL="1371600" algn="l">
              <a:lnSpc>
                <a:spcPct val="90000"/>
              </a:lnSpc>
              <a:spcBef>
                <a:spcPts val="827"/>
              </a:spcBef>
              <a:spcAft>
                <a:spcPts val="0"/>
              </a:spcAft>
              <a:buClr>
                <a:schemeClr val="dk1"/>
              </a:buClr>
              <a:buSzPts val="1800"/>
              <a:buChar char="•"/>
              <a:defRPr/>
            </a:lvl3pPr>
            <a:lvl4pPr indent="-342900" lvl="3" marL="1828800" algn="l">
              <a:lnSpc>
                <a:spcPct val="90000"/>
              </a:lnSpc>
              <a:spcBef>
                <a:spcPts val="827"/>
              </a:spcBef>
              <a:spcAft>
                <a:spcPts val="0"/>
              </a:spcAft>
              <a:buClr>
                <a:schemeClr val="dk1"/>
              </a:buClr>
              <a:buSzPts val="1800"/>
              <a:buChar char="•"/>
              <a:defRPr/>
            </a:lvl4pPr>
            <a:lvl5pPr indent="-342900" lvl="4" marL="2286000" algn="l">
              <a:lnSpc>
                <a:spcPct val="90000"/>
              </a:lnSpc>
              <a:spcBef>
                <a:spcPts val="827"/>
              </a:spcBef>
              <a:spcAft>
                <a:spcPts val="0"/>
              </a:spcAft>
              <a:buClr>
                <a:schemeClr val="dk1"/>
              </a:buClr>
              <a:buSzPts val="1800"/>
              <a:buChar char="•"/>
              <a:defRPr/>
            </a:lvl5pPr>
            <a:lvl6pPr indent="-342900" lvl="5" marL="2743200" algn="l">
              <a:lnSpc>
                <a:spcPct val="90000"/>
              </a:lnSpc>
              <a:spcBef>
                <a:spcPts val="827"/>
              </a:spcBef>
              <a:spcAft>
                <a:spcPts val="0"/>
              </a:spcAft>
              <a:buClr>
                <a:schemeClr val="dk1"/>
              </a:buClr>
              <a:buSzPts val="1800"/>
              <a:buChar char="•"/>
              <a:defRPr/>
            </a:lvl6pPr>
            <a:lvl7pPr indent="-342900" lvl="6" marL="3200400" algn="l">
              <a:lnSpc>
                <a:spcPct val="90000"/>
              </a:lnSpc>
              <a:spcBef>
                <a:spcPts val="827"/>
              </a:spcBef>
              <a:spcAft>
                <a:spcPts val="0"/>
              </a:spcAft>
              <a:buClr>
                <a:schemeClr val="dk1"/>
              </a:buClr>
              <a:buSzPts val="1800"/>
              <a:buChar char="•"/>
              <a:defRPr/>
            </a:lvl7pPr>
            <a:lvl8pPr indent="-342900" lvl="7" marL="3657600" algn="l">
              <a:lnSpc>
                <a:spcPct val="90000"/>
              </a:lnSpc>
              <a:spcBef>
                <a:spcPts val="827"/>
              </a:spcBef>
              <a:spcAft>
                <a:spcPts val="0"/>
              </a:spcAft>
              <a:buClr>
                <a:schemeClr val="dk1"/>
              </a:buClr>
              <a:buSzPts val="1800"/>
              <a:buChar char="•"/>
              <a:defRPr/>
            </a:lvl8pPr>
            <a:lvl9pPr indent="-342900" lvl="8" marL="4114800" algn="l">
              <a:lnSpc>
                <a:spcPct val="90000"/>
              </a:lnSpc>
              <a:spcBef>
                <a:spcPts val="827"/>
              </a:spcBef>
              <a:spcAft>
                <a:spcPts val="0"/>
              </a:spcAft>
              <a:buClr>
                <a:schemeClr val="dk1"/>
              </a:buClr>
              <a:buSzPts val="1800"/>
              <a:buChar char="•"/>
              <a:defRPr/>
            </a:lvl9pPr>
          </a:lstStyle>
          <a:p/>
        </p:txBody>
      </p:sp>
      <p:sp>
        <p:nvSpPr>
          <p:cNvPr id="36" name="Google Shape;36;p6"/>
          <p:cNvSpPr txBox="1"/>
          <p:nvPr>
            <p:ph idx="2" type="body"/>
          </p:nvPr>
        </p:nvSpPr>
        <p:spPr>
          <a:xfrm>
            <a:off x="7654171" y="5692400"/>
            <a:ext cx="6425724" cy="1356771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654"/>
              </a:spcBef>
              <a:spcAft>
                <a:spcPts val="0"/>
              </a:spcAft>
              <a:buClr>
                <a:schemeClr val="dk1"/>
              </a:buClr>
              <a:buSzPts val="1800"/>
              <a:buChar char="•"/>
              <a:defRPr/>
            </a:lvl1pPr>
            <a:lvl2pPr indent="-342900" lvl="1" marL="914400" algn="l">
              <a:lnSpc>
                <a:spcPct val="90000"/>
              </a:lnSpc>
              <a:spcBef>
                <a:spcPts val="827"/>
              </a:spcBef>
              <a:spcAft>
                <a:spcPts val="0"/>
              </a:spcAft>
              <a:buClr>
                <a:schemeClr val="dk1"/>
              </a:buClr>
              <a:buSzPts val="1800"/>
              <a:buChar char="•"/>
              <a:defRPr/>
            </a:lvl2pPr>
            <a:lvl3pPr indent="-342900" lvl="2" marL="1371600" algn="l">
              <a:lnSpc>
                <a:spcPct val="90000"/>
              </a:lnSpc>
              <a:spcBef>
                <a:spcPts val="827"/>
              </a:spcBef>
              <a:spcAft>
                <a:spcPts val="0"/>
              </a:spcAft>
              <a:buClr>
                <a:schemeClr val="dk1"/>
              </a:buClr>
              <a:buSzPts val="1800"/>
              <a:buChar char="•"/>
              <a:defRPr/>
            </a:lvl3pPr>
            <a:lvl4pPr indent="-342900" lvl="3" marL="1828800" algn="l">
              <a:lnSpc>
                <a:spcPct val="90000"/>
              </a:lnSpc>
              <a:spcBef>
                <a:spcPts val="827"/>
              </a:spcBef>
              <a:spcAft>
                <a:spcPts val="0"/>
              </a:spcAft>
              <a:buClr>
                <a:schemeClr val="dk1"/>
              </a:buClr>
              <a:buSzPts val="1800"/>
              <a:buChar char="•"/>
              <a:defRPr/>
            </a:lvl4pPr>
            <a:lvl5pPr indent="-342900" lvl="4" marL="2286000" algn="l">
              <a:lnSpc>
                <a:spcPct val="90000"/>
              </a:lnSpc>
              <a:spcBef>
                <a:spcPts val="827"/>
              </a:spcBef>
              <a:spcAft>
                <a:spcPts val="0"/>
              </a:spcAft>
              <a:buClr>
                <a:schemeClr val="dk1"/>
              </a:buClr>
              <a:buSzPts val="1800"/>
              <a:buChar char="•"/>
              <a:defRPr/>
            </a:lvl5pPr>
            <a:lvl6pPr indent="-342900" lvl="5" marL="2743200" algn="l">
              <a:lnSpc>
                <a:spcPct val="90000"/>
              </a:lnSpc>
              <a:spcBef>
                <a:spcPts val="827"/>
              </a:spcBef>
              <a:spcAft>
                <a:spcPts val="0"/>
              </a:spcAft>
              <a:buClr>
                <a:schemeClr val="dk1"/>
              </a:buClr>
              <a:buSzPts val="1800"/>
              <a:buChar char="•"/>
              <a:defRPr/>
            </a:lvl6pPr>
            <a:lvl7pPr indent="-342900" lvl="6" marL="3200400" algn="l">
              <a:lnSpc>
                <a:spcPct val="90000"/>
              </a:lnSpc>
              <a:spcBef>
                <a:spcPts val="827"/>
              </a:spcBef>
              <a:spcAft>
                <a:spcPts val="0"/>
              </a:spcAft>
              <a:buClr>
                <a:schemeClr val="dk1"/>
              </a:buClr>
              <a:buSzPts val="1800"/>
              <a:buChar char="•"/>
              <a:defRPr/>
            </a:lvl7pPr>
            <a:lvl8pPr indent="-342900" lvl="7" marL="3657600" algn="l">
              <a:lnSpc>
                <a:spcPct val="90000"/>
              </a:lnSpc>
              <a:spcBef>
                <a:spcPts val="827"/>
              </a:spcBef>
              <a:spcAft>
                <a:spcPts val="0"/>
              </a:spcAft>
              <a:buClr>
                <a:schemeClr val="dk1"/>
              </a:buClr>
              <a:buSzPts val="1800"/>
              <a:buChar char="•"/>
              <a:defRPr/>
            </a:lvl8pPr>
            <a:lvl9pPr indent="-342900" lvl="8" marL="4114800" algn="l">
              <a:lnSpc>
                <a:spcPct val="90000"/>
              </a:lnSpc>
              <a:spcBef>
                <a:spcPts val="827"/>
              </a:spcBef>
              <a:spcAft>
                <a:spcPts val="0"/>
              </a:spcAft>
              <a:buClr>
                <a:schemeClr val="dk1"/>
              </a:buClr>
              <a:buSzPts val="1800"/>
              <a:buChar char="•"/>
              <a:defRPr/>
            </a:lvl9pPr>
          </a:lstStyle>
          <a:p/>
        </p:txBody>
      </p:sp>
      <p:sp>
        <p:nvSpPr>
          <p:cNvPr id="37" name="Google Shape;37;p6"/>
          <p:cNvSpPr txBox="1"/>
          <p:nvPr>
            <p:ph idx="10" type="dt"/>
          </p:nvPr>
        </p:nvSpPr>
        <p:spPr>
          <a:xfrm>
            <a:off x="1039455" y="19819457"/>
            <a:ext cx="3401854" cy="11384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5008285" y="19819457"/>
            <a:ext cx="5102781" cy="113848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10678041" y="19819457"/>
            <a:ext cx="3401854" cy="11384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1041425" y="1138485"/>
            <a:ext cx="13040439" cy="413317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1041426" y="5241960"/>
            <a:ext cx="6396193" cy="2569003"/>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654"/>
              </a:spcBef>
              <a:spcAft>
                <a:spcPts val="0"/>
              </a:spcAft>
              <a:buClr>
                <a:schemeClr val="dk1"/>
              </a:buClr>
              <a:buSzPts val="3968"/>
              <a:buNone/>
              <a:defRPr b="1" sz="3968"/>
            </a:lvl1pPr>
            <a:lvl2pPr indent="-228600" lvl="1" marL="914400" algn="l">
              <a:lnSpc>
                <a:spcPct val="90000"/>
              </a:lnSpc>
              <a:spcBef>
                <a:spcPts val="827"/>
              </a:spcBef>
              <a:spcAft>
                <a:spcPts val="0"/>
              </a:spcAft>
              <a:buClr>
                <a:schemeClr val="dk1"/>
              </a:buClr>
              <a:buSzPts val="3307"/>
              <a:buNone/>
              <a:defRPr b="1" sz="3307"/>
            </a:lvl2pPr>
            <a:lvl3pPr indent="-228600" lvl="2" marL="1371600" algn="l">
              <a:lnSpc>
                <a:spcPct val="90000"/>
              </a:lnSpc>
              <a:spcBef>
                <a:spcPts val="827"/>
              </a:spcBef>
              <a:spcAft>
                <a:spcPts val="0"/>
              </a:spcAft>
              <a:buClr>
                <a:schemeClr val="dk1"/>
              </a:buClr>
              <a:buSzPts val="2976"/>
              <a:buNone/>
              <a:defRPr b="1" sz="2976"/>
            </a:lvl3pPr>
            <a:lvl4pPr indent="-228600" lvl="3" marL="1828800" algn="l">
              <a:lnSpc>
                <a:spcPct val="90000"/>
              </a:lnSpc>
              <a:spcBef>
                <a:spcPts val="827"/>
              </a:spcBef>
              <a:spcAft>
                <a:spcPts val="0"/>
              </a:spcAft>
              <a:buClr>
                <a:schemeClr val="dk1"/>
              </a:buClr>
              <a:buSzPts val="2646"/>
              <a:buNone/>
              <a:defRPr b="1" sz="2646"/>
            </a:lvl4pPr>
            <a:lvl5pPr indent="-228600" lvl="4" marL="2286000" algn="l">
              <a:lnSpc>
                <a:spcPct val="90000"/>
              </a:lnSpc>
              <a:spcBef>
                <a:spcPts val="827"/>
              </a:spcBef>
              <a:spcAft>
                <a:spcPts val="0"/>
              </a:spcAft>
              <a:buClr>
                <a:schemeClr val="dk1"/>
              </a:buClr>
              <a:buSzPts val="2646"/>
              <a:buNone/>
              <a:defRPr b="1" sz="2646"/>
            </a:lvl5pPr>
            <a:lvl6pPr indent="-228600" lvl="5" marL="2743200" algn="l">
              <a:lnSpc>
                <a:spcPct val="90000"/>
              </a:lnSpc>
              <a:spcBef>
                <a:spcPts val="827"/>
              </a:spcBef>
              <a:spcAft>
                <a:spcPts val="0"/>
              </a:spcAft>
              <a:buClr>
                <a:schemeClr val="dk1"/>
              </a:buClr>
              <a:buSzPts val="2646"/>
              <a:buNone/>
              <a:defRPr b="1" sz="2646"/>
            </a:lvl6pPr>
            <a:lvl7pPr indent="-228600" lvl="6" marL="3200400" algn="l">
              <a:lnSpc>
                <a:spcPct val="90000"/>
              </a:lnSpc>
              <a:spcBef>
                <a:spcPts val="827"/>
              </a:spcBef>
              <a:spcAft>
                <a:spcPts val="0"/>
              </a:spcAft>
              <a:buClr>
                <a:schemeClr val="dk1"/>
              </a:buClr>
              <a:buSzPts val="2646"/>
              <a:buNone/>
              <a:defRPr b="1" sz="2646"/>
            </a:lvl7pPr>
            <a:lvl8pPr indent="-228600" lvl="7" marL="3657600" algn="l">
              <a:lnSpc>
                <a:spcPct val="90000"/>
              </a:lnSpc>
              <a:spcBef>
                <a:spcPts val="827"/>
              </a:spcBef>
              <a:spcAft>
                <a:spcPts val="0"/>
              </a:spcAft>
              <a:buClr>
                <a:schemeClr val="dk1"/>
              </a:buClr>
              <a:buSzPts val="2646"/>
              <a:buNone/>
              <a:defRPr b="1" sz="2646"/>
            </a:lvl8pPr>
            <a:lvl9pPr indent="-228600" lvl="8" marL="4114800" algn="l">
              <a:lnSpc>
                <a:spcPct val="90000"/>
              </a:lnSpc>
              <a:spcBef>
                <a:spcPts val="827"/>
              </a:spcBef>
              <a:spcAft>
                <a:spcPts val="0"/>
              </a:spcAft>
              <a:buClr>
                <a:schemeClr val="dk1"/>
              </a:buClr>
              <a:buSzPts val="2646"/>
              <a:buNone/>
              <a:defRPr b="1" sz="2646"/>
            </a:lvl9pPr>
          </a:lstStyle>
          <a:p/>
        </p:txBody>
      </p:sp>
      <p:sp>
        <p:nvSpPr>
          <p:cNvPr id="43" name="Google Shape;43;p7"/>
          <p:cNvSpPr txBox="1"/>
          <p:nvPr>
            <p:ph idx="2" type="body"/>
          </p:nvPr>
        </p:nvSpPr>
        <p:spPr>
          <a:xfrm>
            <a:off x="1041426" y="7810963"/>
            <a:ext cx="6396193" cy="1148875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654"/>
              </a:spcBef>
              <a:spcAft>
                <a:spcPts val="0"/>
              </a:spcAft>
              <a:buClr>
                <a:schemeClr val="dk1"/>
              </a:buClr>
              <a:buSzPts val="1800"/>
              <a:buChar char="•"/>
              <a:defRPr/>
            </a:lvl1pPr>
            <a:lvl2pPr indent="-342900" lvl="1" marL="914400" algn="l">
              <a:lnSpc>
                <a:spcPct val="90000"/>
              </a:lnSpc>
              <a:spcBef>
                <a:spcPts val="827"/>
              </a:spcBef>
              <a:spcAft>
                <a:spcPts val="0"/>
              </a:spcAft>
              <a:buClr>
                <a:schemeClr val="dk1"/>
              </a:buClr>
              <a:buSzPts val="1800"/>
              <a:buChar char="•"/>
              <a:defRPr/>
            </a:lvl2pPr>
            <a:lvl3pPr indent="-342900" lvl="2" marL="1371600" algn="l">
              <a:lnSpc>
                <a:spcPct val="90000"/>
              </a:lnSpc>
              <a:spcBef>
                <a:spcPts val="827"/>
              </a:spcBef>
              <a:spcAft>
                <a:spcPts val="0"/>
              </a:spcAft>
              <a:buClr>
                <a:schemeClr val="dk1"/>
              </a:buClr>
              <a:buSzPts val="1800"/>
              <a:buChar char="•"/>
              <a:defRPr/>
            </a:lvl3pPr>
            <a:lvl4pPr indent="-342900" lvl="3" marL="1828800" algn="l">
              <a:lnSpc>
                <a:spcPct val="90000"/>
              </a:lnSpc>
              <a:spcBef>
                <a:spcPts val="827"/>
              </a:spcBef>
              <a:spcAft>
                <a:spcPts val="0"/>
              </a:spcAft>
              <a:buClr>
                <a:schemeClr val="dk1"/>
              </a:buClr>
              <a:buSzPts val="1800"/>
              <a:buChar char="•"/>
              <a:defRPr/>
            </a:lvl4pPr>
            <a:lvl5pPr indent="-342900" lvl="4" marL="2286000" algn="l">
              <a:lnSpc>
                <a:spcPct val="90000"/>
              </a:lnSpc>
              <a:spcBef>
                <a:spcPts val="827"/>
              </a:spcBef>
              <a:spcAft>
                <a:spcPts val="0"/>
              </a:spcAft>
              <a:buClr>
                <a:schemeClr val="dk1"/>
              </a:buClr>
              <a:buSzPts val="1800"/>
              <a:buChar char="•"/>
              <a:defRPr/>
            </a:lvl5pPr>
            <a:lvl6pPr indent="-342900" lvl="5" marL="2743200" algn="l">
              <a:lnSpc>
                <a:spcPct val="90000"/>
              </a:lnSpc>
              <a:spcBef>
                <a:spcPts val="827"/>
              </a:spcBef>
              <a:spcAft>
                <a:spcPts val="0"/>
              </a:spcAft>
              <a:buClr>
                <a:schemeClr val="dk1"/>
              </a:buClr>
              <a:buSzPts val="1800"/>
              <a:buChar char="•"/>
              <a:defRPr/>
            </a:lvl6pPr>
            <a:lvl7pPr indent="-342900" lvl="6" marL="3200400" algn="l">
              <a:lnSpc>
                <a:spcPct val="90000"/>
              </a:lnSpc>
              <a:spcBef>
                <a:spcPts val="827"/>
              </a:spcBef>
              <a:spcAft>
                <a:spcPts val="0"/>
              </a:spcAft>
              <a:buClr>
                <a:schemeClr val="dk1"/>
              </a:buClr>
              <a:buSzPts val="1800"/>
              <a:buChar char="•"/>
              <a:defRPr/>
            </a:lvl7pPr>
            <a:lvl8pPr indent="-342900" lvl="7" marL="3657600" algn="l">
              <a:lnSpc>
                <a:spcPct val="90000"/>
              </a:lnSpc>
              <a:spcBef>
                <a:spcPts val="827"/>
              </a:spcBef>
              <a:spcAft>
                <a:spcPts val="0"/>
              </a:spcAft>
              <a:buClr>
                <a:schemeClr val="dk1"/>
              </a:buClr>
              <a:buSzPts val="1800"/>
              <a:buChar char="•"/>
              <a:defRPr/>
            </a:lvl8pPr>
            <a:lvl9pPr indent="-342900" lvl="8" marL="4114800" algn="l">
              <a:lnSpc>
                <a:spcPct val="90000"/>
              </a:lnSpc>
              <a:spcBef>
                <a:spcPts val="827"/>
              </a:spcBef>
              <a:spcAft>
                <a:spcPts val="0"/>
              </a:spcAft>
              <a:buClr>
                <a:schemeClr val="dk1"/>
              </a:buClr>
              <a:buSzPts val="1800"/>
              <a:buChar char="•"/>
              <a:defRPr/>
            </a:lvl9pPr>
          </a:lstStyle>
          <a:p/>
        </p:txBody>
      </p:sp>
      <p:sp>
        <p:nvSpPr>
          <p:cNvPr id="44" name="Google Shape;44;p7"/>
          <p:cNvSpPr txBox="1"/>
          <p:nvPr>
            <p:ph idx="3" type="body"/>
          </p:nvPr>
        </p:nvSpPr>
        <p:spPr>
          <a:xfrm>
            <a:off x="7654172" y="5241960"/>
            <a:ext cx="6427693" cy="2569003"/>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654"/>
              </a:spcBef>
              <a:spcAft>
                <a:spcPts val="0"/>
              </a:spcAft>
              <a:buClr>
                <a:schemeClr val="dk1"/>
              </a:buClr>
              <a:buSzPts val="3968"/>
              <a:buNone/>
              <a:defRPr b="1" sz="3968"/>
            </a:lvl1pPr>
            <a:lvl2pPr indent="-228600" lvl="1" marL="914400" algn="l">
              <a:lnSpc>
                <a:spcPct val="90000"/>
              </a:lnSpc>
              <a:spcBef>
                <a:spcPts val="827"/>
              </a:spcBef>
              <a:spcAft>
                <a:spcPts val="0"/>
              </a:spcAft>
              <a:buClr>
                <a:schemeClr val="dk1"/>
              </a:buClr>
              <a:buSzPts val="3307"/>
              <a:buNone/>
              <a:defRPr b="1" sz="3307"/>
            </a:lvl2pPr>
            <a:lvl3pPr indent="-228600" lvl="2" marL="1371600" algn="l">
              <a:lnSpc>
                <a:spcPct val="90000"/>
              </a:lnSpc>
              <a:spcBef>
                <a:spcPts val="827"/>
              </a:spcBef>
              <a:spcAft>
                <a:spcPts val="0"/>
              </a:spcAft>
              <a:buClr>
                <a:schemeClr val="dk1"/>
              </a:buClr>
              <a:buSzPts val="2976"/>
              <a:buNone/>
              <a:defRPr b="1" sz="2976"/>
            </a:lvl3pPr>
            <a:lvl4pPr indent="-228600" lvl="3" marL="1828800" algn="l">
              <a:lnSpc>
                <a:spcPct val="90000"/>
              </a:lnSpc>
              <a:spcBef>
                <a:spcPts val="827"/>
              </a:spcBef>
              <a:spcAft>
                <a:spcPts val="0"/>
              </a:spcAft>
              <a:buClr>
                <a:schemeClr val="dk1"/>
              </a:buClr>
              <a:buSzPts val="2646"/>
              <a:buNone/>
              <a:defRPr b="1" sz="2646"/>
            </a:lvl4pPr>
            <a:lvl5pPr indent="-228600" lvl="4" marL="2286000" algn="l">
              <a:lnSpc>
                <a:spcPct val="90000"/>
              </a:lnSpc>
              <a:spcBef>
                <a:spcPts val="827"/>
              </a:spcBef>
              <a:spcAft>
                <a:spcPts val="0"/>
              </a:spcAft>
              <a:buClr>
                <a:schemeClr val="dk1"/>
              </a:buClr>
              <a:buSzPts val="2646"/>
              <a:buNone/>
              <a:defRPr b="1" sz="2646"/>
            </a:lvl5pPr>
            <a:lvl6pPr indent="-228600" lvl="5" marL="2743200" algn="l">
              <a:lnSpc>
                <a:spcPct val="90000"/>
              </a:lnSpc>
              <a:spcBef>
                <a:spcPts val="827"/>
              </a:spcBef>
              <a:spcAft>
                <a:spcPts val="0"/>
              </a:spcAft>
              <a:buClr>
                <a:schemeClr val="dk1"/>
              </a:buClr>
              <a:buSzPts val="2646"/>
              <a:buNone/>
              <a:defRPr b="1" sz="2646"/>
            </a:lvl6pPr>
            <a:lvl7pPr indent="-228600" lvl="6" marL="3200400" algn="l">
              <a:lnSpc>
                <a:spcPct val="90000"/>
              </a:lnSpc>
              <a:spcBef>
                <a:spcPts val="827"/>
              </a:spcBef>
              <a:spcAft>
                <a:spcPts val="0"/>
              </a:spcAft>
              <a:buClr>
                <a:schemeClr val="dk1"/>
              </a:buClr>
              <a:buSzPts val="2646"/>
              <a:buNone/>
              <a:defRPr b="1" sz="2646"/>
            </a:lvl7pPr>
            <a:lvl8pPr indent="-228600" lvl="7" marL="3657600" algn="l">
              <a:lnSpc>
                <a:spcPct val="90000"/>
              </a:lnSpc>
              <a:spcBef>
                <a:spcPts val="827"/>
              </a:spcBef>
              <a:spcAft>
                <a:spcPts val="0"/>
              </a:spcAft>
              <a:buClr>
                <a:schemeClr val="dk1"/>
              </a:buClr>
              <a:buSzPts val="2646"/>
              <a:buNone/>
              <a:defRPr b="1" sz="2646"/>
            </a:lvl8pPr>
            <a:lvl9pPr indent="-228600" lvl="8" marL="4114800" algn="l">
              <a:lnSpc>
                <a:spcPct val="90000"/>
              </a:lnSpc>
              <a:spcBef>
                <a:spcPts val="827"/>
              </a:spcBef>
              <a:spcAft>
                <a:spcPts val="0"/>
              </a:spcAft>
              <a:buClr>
                <a:schemeClr val="dk1"/>
              </a:buClr>
              <a:buSzPts val="2646"/>
              <a:buNone/>
              <a:defRPr b="1" sz="2646"/>
            </a:lvl9pPr>
          </a:lstStyle>
          <a:p/>
        </p:txBody>
      </p:sp>
      <p:sp>
        <p:nvSpPr>
          <p:cNvPr id="45" name="Google Shape;45;p7"/>
          <p:cNvSpPr txBox="1"/>
          <p:nvPr>
            <p:ph idx="4" type="body"/>
          </p:nvPr>
        </p:nvSpPr>
        <p:spPr>
          <a:xfrm>
            <a:off x="7654172" y="7810963"/>
            <a:ext cx="6427693" cy="1148875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654"/>
              </a:spcBef>
              <a:spcAft>
                <a:spcPts val="0"/>
              </a:spcAft>
              <a:buClr>
                <a:schemeClr val="dk1"/>
              </a:buClr>
              <a:buSzPts val="1800"/>
              <a:buChar char="•"/>
              <a:defRPr/>
            </a:lvl1pPr>
            <a:lvl2pPr indent="-342900" lvl="1" marL="914400" algn="l">
              <a:lnSpc>
                <a:spcPct val="90000"/>
              </a:lnSpc>
              <a:spcBef>
                <a:spcPts val="827"/>
              </a:spcBef>
              <a:spcAft>
                <a:spcPts val="0"/>
              </a:spcAft>
              <a:buClr>
                <a:schemeClr val="dk1"/>
              </a:buClr>
              <a:buSzPts val="1800"/>
              <a:buChar char="•"/>
              <a:defRPr/>
            </a:lvl2pPr>
            <a:lvl3pPr indent="-342900" lvl="2" marL="1371600" algn="l">
              <a:lnSpc>
                <a:spcPct val="90000"/>
              </a:lnSpc>
              <a:spcBef>
                <a:spcPts val="827"/>
              </a:spcBef>
              <a:spcAft>
                <a:spcPts val="0"/>
              </a:spcAft>
              <a:buClr>
                <a:schemeClr val="dk1"/>
              </a:buClr>
              <a:buSzPts val="1800"/>
              <a:buChar char="•"/>
              <a:defRPr/>
            </a:lvl3pPr>
            <a:lvl4pPr indent="-342900" lvl="3" marL="1828800" algn="l">
              <a:lnSpc>
                <a:spcPct val="90000"/>
              </a:lnSpc>
              <a:spcBef>
                <a:spcPts val="827"/>
              </a:spcBef>
              <a:spcAft>
                <a:spcPts val="0"/>
              </a:spcAft>
              <a:buClr>
                <a:schemeClr val="dk1"/>
              </a:buClr>
              <a:buSzPts val="1800"/>
              <a:buChar char="•"/>
              <a:defRPr/>
            </a:lvl4pPr>
            <a:lvl5pPr indent="-342900" lvl="4" marL="2286000" algn="l">
              <a:lnSpc>
                <a:spcPct val="90000"/>
              </a:lnSpc>
              <a:spcBef>
                <a:spcPts val="827"/>
              </a:spcBef>
              <a:spcAft>
                <a:spcPts val="0"/>
              </a:spcAft>
              <a:buClr>
                <a:schemeClr val="dk1"/>
              </a:buClr>
              <a:buSzPts val="1800"/>
              <a:buChar char="•"/>
              <a:defRPr/>
            </a:lvl5pPr>
            <a:lvl6pPr indent="-342900" lvl="5" marL="2743200" algn="l">
              <a:lnSpc>
                <a:spcPct val="90000"/>
              </a:lnSpc>
              <a:spcBef>
                <a:spcPts val="827"/>
              </a:spcBef>
              <a:spcAft>
                <a:spcPts val="0"/>
              </a:spcAft>
              <a:buClr>
                <a:schemeClr val="dk1"/>
              </a:buClr>
              <a:buSzPts val="1800"/>
              <a:buChar char="•"/>
              <a:defRPr/>
            </a:lvl6pPr>
            <a:lvl7pPr indent="-342900" lvl="6" marL="3200400" algn="l">
              <a:lnSpc>
                <a:spcPct val="90000"/>
              </a:lnSpc>
              <a:spcBef>
                <a:spcPts val="827"/>
              </a:spcBef>
              <a:spcAft>
                <a:spcPts val="0"/>
              </a:spcAft>
              <a:buClr>
                <a:schemeClr val="dk1"/>
              </a:buClr>
              <a:buSzPts val="1800"/>
              <a:buChar char="•"/>
              <a:defRPr/>
            </a:lvl7pPr>
            <a:lvl8pPr indent="-342900" lvl="7" marL="3657600" algn="l">
              <a:lnSpc>
                <a:spcPct val="90000"/>
              </a:lnSpc>
              <a:spcBef>
                <a:spcPts val="827"/>
              </a:spcBef>
              <a:spcAft>
                <a:spcPts val="0"/>
              </a:spcAft>
              <a:buClr>
                <a:schemeClr val="dk1"/>
              </a:buClr>
              <a:buSzPts val="1800"/>
              <a:buChar char="•"/>
              <a:defRPr/>
            </a:lvl8pPr>
            <a:lvl9pPr indent="-342900" lvl="8" marL="4114800" algn="l">
              <a:lnSpc>
                <a:spcPct val="90000"/>
              </a:lnSpc>
              <a:spcBef>
                <a:spcPts val="827"/>
              </a:spcBef>
              <a:spcAft>
                <a:spcPts val="0"/>
              </a:spcAft>
              <a:buClr>
                <a:schemeClr val="dk1"/>
              </a:buClr>
              <a:buSzPts val="1800"/>
              <a:buChar char="•"/>
              <a:defRPr/>
            </a:lvl9pPr>
          </a:lstStyle>
          <a:p/>
        </p:txBody>
      </p:sp>
      <p:sp>
        <p:nvSpPr>
          <p:cNvPr id="46" name="Google Shape;46;p7"/>
          <p:cNvSpPr txBox="1"/>
          <p:nvPr>
            <p:ph idx="10" type="dt"/>
          </p:nvPr>
        </p:nvSpPr>
        <p:spPr>
          <a:xfrm>
            <a:off x="1039455" y="19819457"/>
            <a:ext cx="3401854" cy="11384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5008285" y="19819457"/>
            <a:ext cx="5102781" cy="113848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10678041" y="19819457"/>
            <a:ext cx="3401854" cy="11384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1039456" y="1138485"/>
            <a:ext cx="13040439" cy="413317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1039455" y="19819457"/>
            <a:ext cx="3401854" cy="11384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5008285" y="19819457"/>
            <a:ext cx="5102781" cy="113848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10678041" y="19819457"/>
            <a:ext cx="3401854" cy="11384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4" name="Shape 54"/>
        <p:cNvGrpSpPr/>
        <p:nvPr/>
      </p:nvGrpSpPr>
      <p:grpSpPr>
        <a:xfrm>
          <a:off x="0" y="0"/>
          <a:ext cx="0" cy="0"/>
          <a:chOff x="0" y="0"/>
          <a:chExt cx="0" cy="0"/>
        </a:xfrm>
      </p:grpSpPr>
      <p:sp>
        <p:nvSpPr>
          <p:cNvPr id="55" name="Google Shape;55;p9"/>
          <p:cNvSpPr txBox="1"/>
          <p:nvPr>
            <p:ph idx="10" type="dt"/>
          </p:nvPr>
        </p:nvSpPr>
        <p:spPr>
          <a:xfrm>
            <a:off x="1039455" y="19819457"/>
            <a:ext cx="3401854" cy="11384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9"/>
          <p:cNvSpPr txBox="1"/>
          <p:nvPr>
            <p:ph idx="11" type="ftr"/>
          </p:nvPr>
        </p:nvSpPr>
        <p:spPr>
          <a:xfrm>
            <a:off x="5008285" y="19819457"/>
            <a:ext cx="5102781" cy="113848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9"/>
          <p:cNvSpPr txBox="1"/>
          <p:nvPr>
            <p:ph idx="12" type="sldNum"/>
          </p:nvPr>
        </p:nvSpPr>
        <p:spPr>
          <a:xfrm>
            <a:off x="10678041" y="19819457"/>
            <a:ext cx="3401854" cy="11384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8" name="Shape 58"/>
        <p:cNvGrpSpPr/>
        <p:nvPr/>
      </p:nvGrpSpPr>
      <p:grpSpPr>
        <a:xfrm>
          <a:off x="0" y="0"/>
          <a:ext cx="0" cy="0"/>
          <a:chOff x="0" y="0"/>
          <a:chExt cx="0" cy="0"/>
        </a:xfrm>
      </p:grpSpPr>
      <p:sp>
        <p:nvSpPr>
          <p:cNvPr id="59" name="Google Shape;59;p10"/>
          <p:cNvSpPr txBox="1"/>
          <p:nvPr>
            <p:ph type="title"/>
          </p:nvPr>
        </p:nvSpPr>
        <p:spPr>
          <a:xfrm>
            <a:off x="1041425" y="1425575"/>
            <a:ext cx="4876384" cy="498951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5291"/>
              <a:buFont typeface="Play"/>
              <a:buNone/>
              <a:defRPr sz="529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0"/>
          <p:cNvSpPr txBox="1"/>
          <p:nvPr>
            <p:ph idx="1" type="body"/>
          </p:nvPr>
        </p:nvSpPr>
        <p:spPr>
          <a:xfrm>
            <a:off x="6427693" y="3078850"/>
            <a:ext cx="7654171" cy="15196234"/>
          </a:xfrm>
          <a:prstGeom prst="rect">
            <a:avLst/>
          </a:prstGeom>
          <a:noFill/>
          <a:ln>
            <a:noFill/>
          </a:ln>
        </p:spPr>
        <p:txBody>
          <a:bodyPr anchorCtr="0" anchor="t" bIns="45700" lIns="91425" spcFirstLastPara="1" rIns="91425" wrap="square" tIns="45700">
            <a:normAutofit/>
          </a:bodyPr>
          <a:lstStyle>
            <a:lvl1pPr indent="-564578" lvl="0" marL="457200" algn="l">
              <a:lnSpc>
                <a:spcPct val="90000"/>
              </a:lnSpc>
              <a:spcBef>
                <a:spcPts val="1654"/>
              </a:spcBef>
              <a:spcAft>
                <a:spcPts val="0"/>
              </a:spcAft>
              <a:buClr>
                <a:schemeClr val="dk1"/>
              </a:buClr>
              <a:buSzPts val="5291"/>
              <a:buChar char="•"/>
              <a:defRPr sz="5291"/>
            </a:lvl1pPr>
            <a:lvl2pPr indent="-522605" lvl="1" marL="914400" algn="l">
              <a:lnSpc>
                <a:spcPct val="90000"/>
              </a:lnSpc>
              <a:spcBef>
                <a:spcPts val="827"/>
              </a:spcBef>
              <a:spcAft>
                <a:spcPts val="0"/>
              </a:spcAft>
              <a:buClr>
                <a:schemeClr val="dk1"/>
              </a:buClr>
              <a:buSzPts val="4630"/>
              <a:buChar char="•"/>
              <a:defRPr sz="4630"/>
            </a:lvl2pPr>
            <a:lvl3pPr indent="-480567" lvl="2" marL="1371600" algn="l">
              <a:lnSpc>
                <a:spcPct val="90000"/>
              </a:lnSpc>
              <a:spcBef>
                <a:spcPts val="827"/>
              </a:spcBef>
              <a:spcAft>
                <a:spcPts val="0"/>
              </a:spcAft>
              <a:buClr>
                <a:schemeClr val="dk1"/>
              </a:buClr>
              <a:buSzPts val="3968"/>
              <a:buChar char="•"/>
              <a:defRPr sz="3968"/>
            </a:lvl3pPr>
            <a:lvl4pPr indent="-438594" lvl="3" marL="1828800" algn="l">
              <a:lnSpc>
                <a:spcPct val="90000"/>
              </a:lnSpc>
              <a:spcBef>
                <a:spcPts val="827"/>
              </a:spcBef>
              <a:spcAft>
                <a:spcPts val="0"/>
              </a:spcAft>
              <a:buClr>
                <a:schemeClr val="dk1"/>
              </a:buClr>
              <a:buSzPts val="3307"/>
              <a:buChar char="•"/>
              <a:defRPr sz="3307"/>
            </a:lvl4pPr>
            <a:lvl5pPr indent="-438594" lvl="4" marL="2286000" algn="l">
              <a:lnSpc>
                <a:spcPct val="90000"/>
              </a:lnSpc>
              <a:spcBef>
                <a:spcPts val="827"/>
              </a:spcBef>
              <a:spcAft>
                <a:spcPts val="0"/>
              </a:spcAft>
              <a:buClr>
                <a:schemeClr val="dk1"/>
              </a:buClr>
              <a:buSzPts val="3307"/>
              <a:buChar char="•"/>
              <a:defRPr sz="3307"/>
            </a:lvl5pPr>
            <a:lvl6pPr indent="-438594" lvl="5" marL="2743200" algn="l">
              <a:lnSpc>
                <a:spcPct val="90000"/>
              </a:lnSpc>
              <a:spcBef>
                <a:spcPts val="827"/>
              </a:spcBef>
              <a:spcAft>
                <a:spcPts val="0"/>
              </a:spcAft>
              <a:buClr>
                <a:schemeClr val="dk1"/>
              </a:buClr>
              <a:buSzPts val="3307"/>
              <a:buChar char="•"/>
              <a:defRPr sz="3307"/>
            </a:lvl6pPr>
            <a:lvl7pPr indent="-438594" lvl="6" marL="3200400" algn="l">
              <a:lnSpc>
                <a:spcPct val="90000"/>
              </a:lnSpc>
              <a:spcBef>
                <a:spcPts val="827"/>
              </a:spcBef>
              <a:spcAft>
                <a:spcPts val="0"/>
              </a:spcAft>
              <a:buClr>
                <a:schemeClr val="dk1"/>
              </a:buClr>
              <a:buSzPts val="3307"/>
              <a:buChar char="•"/>
              <a:defRPr sz="3307"/>
            </a:lvl7pPr>
            <a:lvl8pPr indent="-438594" lvl="7" marL="3657600" algn="l">
              <a:lnSpc>
                <a:spcPct val="90000"/>
              </a:lnSpc>
              <a:spcBef>
                <a:spcPts val="827"/>
              </a:spcBef>
              <a:spcAft>
                <a:spcPts val="0"/>
              </a:spcAft>
              <a:buClr>
                <a:schemeClr val="dk1"/>
              </a:buClr>
              <a:buSzPts val="3307"/>
              <a:buChar char="•"/>
              <a:defRPr sz="3307"/>
            </a:lvl8pPr>
            <a:lvl9pPr indent="-438594" lvl="8" marL="4114800" algn="l">
              <a:lnSpc>
                <a:spcPct val="90000"/>
              </a:lnSpc>
              <a:spcBef>
                <a:spcPts val="827"/>
              </a:spcBef>
              <a:spcAft>
                <a:spcPts val="0"/>
              </a:spcAft>
              <a:buClr>
                <a:schemeClr val="dk1"/>
              </a:buClr>
              <a:buSzPts val="3307"/>
              <a:buChar char="•"/>
              <a:defRPr sz="3307"/>
            </a:lvl9pPr>
          </a:lstStyle>
          <a:p/>
        </p:txBody>
      </p:sp>
      <p:sp>
        <p:nvSpPr>
          <p:cNvPr id="61" name="Google Shape;61;p10"/>
          <p:cNvSpPr txBox="1"/>
          <p:nvPr>
            <p:ph idx="2" type="body"/>
          </p:nvPr>
        </p:nvSpPr>
        <p:spPr>
          <a:xfrm>
            <a:off x="1041425" y="6415088"/>
            <a:ext cx="4876384" cy="1188474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654"/>
              </a:spcBef>
              <a:spcAft>
                <a:spcPts val="0"/>
              </a:spcAft>
              <a:buClr>
                <a:schemeClr val="dk1"/>
              </a:buClr>
              <a:buSzPts val="2646"/>
              <a:buNone/>
              <a:defRPr sz="2646"/>
            </a:lvl1pPr>
            <a:lvl2pPr indent="-228600" lvl="1" marL="914400" algn="l">
              <a:lnSpc>
                <a:spcPct val="90000"/>
              </a:lnSpc>
              <a:spcBef>
                <a:spcPts val="827"/>
              </a:spcBef>
              <a:spcAft>
                <a:spcPts val="0"/>
              </a:spcAft>
              <a:buClr>
                <a:schemeClr val="dk1"/>
              </a:buClr>
              <a:buSzPts val="2315"/>
              <a:buNone/>
              <a:defRPr sz="2315"/>
            </a:lvl2pPr>
            <a:lvl3pPr indent="-228600" lvl="2" marL="1371600" algn="l">
              <a:lnSpc>
                <a:spcPct val="90000"/>
              </a:lnSpc>
              <a:spcBef>
                <a:spcPts val="827"/>
              </a:spcBef>
              <a:spcAft>
                <a:spcPts val="0"/>
              </a:spcAft>
              <a:buClr>
                <a:schemeClr val="dk1"/>
              </a:buClr>
              <a:buSzPts val="1984"/>
              <a:buNone/>
              <a:defRPr sz="1984"/>
            </a:lvl3pPr>
            <a:lvl4pPr indent="-228600" lvl="3" marL="1828800" algn="l">
              <a:lnSpc>
                <a:spcPct val="90000"/>
              </a:lnSpc>
              <a:spcBef>
                <a:spcPts val="827"/>
              </a:spcBef>
              <a:spcAft>
                <a:spcPts val="0"/>
              </a:spcAft>
              <a:buClr>
                <a:schemeClr val="dk1"/>
              </a:buClr>
              <a:buSzPts val="1654"/>
              <a:buNone/>
              <a:defRPr sz="1654"/>
            </a:lvl4pPr>
            <a:lvl5pPr indent="-228600" lvl="4" marL="2286000" algn="l">
              <a:lnSpc>
                <a:spcPct val="90000"/>
              </a:lnSpc>
              <a:spcBef>
                <a:spcPts val="827"/>
              </a:spcBef>
              <a:spcAft>
                <a:spcPts val="0"/>
              </a:spcAft>
              <a:buClr>
                <a:schemeClr val="dk1"/>
              </a:buClr>
              <a:buSzPts val="1654"/>
              <a:buNone/>
              <a:defRPr sz="1654"/>
            </a:lvl5pPr>
            <a:lvl6pPr indent="-228600" lvl="5" marL="2743200" algn="l">
              <a:lnSpc>
                <a:spcPct val="90000"/>
              </a:lnSpc>
              <a:spcBef>
                <a:spcPts val="827"/>
              </a:spcBef>
              <a:spcAft>
                <a:spcPts val="0"/>
              </a:spcAft>
              <a:buClr>
                <a:schemeClr val="dk1"/>
              </a:buClr>
              <a:buSzPts val="1654"/>
              <a:buNone/>
              <a:defRPr sz="1654"/>
            </a:lvl6pPr>
            <a:lvl7pPr indent="-228600" lvl="6" marL="3200400" algn="l">
              <a:lnSpc>
                <a:spcPct val="90000"/>
              </a:lnSpc>
              <a:spcBef>
                <a:spcPts val="827"/>
              </a:spcBef>
              <a:spcAft>
                <a:spcPts val="0"/>
              </a:spcAft>
              <a:buClr>
                <a:schemeClr val="dk1"/>
              </a:buClr>
              <a:buSzPts val="1654"/>
              <a:buNone/>
              <a:defRPr sz="1654"/>
            </a:lvl7pPr>
            <a:lvl8pPr indent="-228600" lvl="7" marL="3657600" algn="l">
              <a:lnSpc>
                <a:spcPct val="90000"/>
              </a:lnSpc>
              <a:spcBef>
                <a:spcPts val="827"/>
              </a:spcBef>
              <a:spcAft>
                <a:spcPts val="0"/>
              </a:spcAft>
              <a:buClr>
                <a:schemeClr val="dk1"/>
              </a:buClr>
              <a:buSzPts val="1654"/>
              <a:buNone/>
              <a:defRPr sz="1654"/>
            </a:lvl8pPr>
            <a:lvl9pPr indent="-228600" lvl="8" marL="4114800" algn="l">
              <a:lnSpc>
                <a:spcPct val="90000"/>
              </a:lnSpc>
              <a:spcBef>
                <a:spcPts val="827"/>
              </a:spcBef>
              <a:spcAft>
                <a:spcPts val="0"/>
              </a:spcAft>
              <a:buClr>
                <a:schemeClr val="dk1"/>
              </a:buClr>
              <a:buSzPts val="1654"/>
              <a:buNone/>
              <a:defRPr sz="1654"/>
            </a:lvl9pPr>
          </a:lstStyle>
          <a:p/>
        </p:txBody>
      </p:sp>
      <p:sp>
        <p:nvSpPr>
          <p:cNvPr id="62" name="Google Shape;62;p10"/>
          <p:cNvSpPr txBox="1"/>
          <p:nvPr>
            <p:ph idx="10" type="dt"/>
          </p:nvPr>
        </p:nvSpPr>
        <p:spPr>
          <a:xfrm>
            <a:off x="1039455" y="19819457"/>
            <a:ext cx="3401854" cy="11384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0"/>
          <p:cNvSpPr txBox="1"/>
          <p:nvPr>
            <p:ph idx="11" type="ftr"/>
          </p:nvPr>
        </p:nvSpPr>
        <p:spPr>
          <a:xfrm>
            <a:off x="5008285" y="19819457"/>
            <a:ext cx="5102781" cy="113848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0"/>
          <p:cNvSpPr txBox="1"/>
          <p:nvPr>
            <p:ph idx="12" type="sldNum"/>
          </p:nvPr>
        </p:nvSpPr>
        <p:spPr>
          <a:xfrm>
            <a:off x="10678041" y="19819457"/>
            <a:ext cx="3401854" cy="11384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5" name="Shape 65"/>
        <p:cNvGrpSpPr/>
        <p:nvPr/>
      </p:nvGrpSpPr>
      <p:grpSpPr>
        <a:xfrm>
          <a:off x="0" y="0"/>
          <a:ext cx="0" cy="0"/>
          <a:chOff x="0" y="0"/>
          <a:chExt cx="0" cy="0"/>
        </a:xfrm>
      </p:grpSpPr>
      <p:sp>
        <p:nvSpPr>
          <p:cNvPr id="66" name="Google Shape;66;p11"/>
          <p:cNvSpPr txBox="1"/>
          <p:nvPr>
            <p:ph type="title"/>
          </p:nvPr>
        </p:nvSpPr>
        <p:spPr>
          <a:xfrm>
            <a:off x="1041425" y="1425575"/>
            <a:ext cx="4876384" cy="498951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5291"/>
              <a:buFont typeface="Play"/>
              <a:buNone/>
              <a:defRPr sz="529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1"/>
          <p:cNvSpPr/>
          <p:nvPr>
            <p:ph idx="2" type="pic"/>
          </p:nvPr>
        </p:nvSpPr>
        <p:spPr>
          <a:xfrm>
            <a:off x="6427693" y="3078850"/>
            <a:ext cx="7654171" cy="15196234"/>
          </a:xfrm>
          <a:prstGeom prst="rect">
            <a:avLst/>
          </a:prstGeom>
          <a:noFill/>
          <a:ln>
            <a:noFill/>
          </a:ln>
        </p:spPr>
      </p:sp>
      <p:sp>
        <p:nvSpPr>
          <p:cNvPr id="68" name="Google Shape;68;p11"/>
          <p:cNvSpPr txBox="1"/>
          <p:nvPr>
            <p:ph idx="1" type="body"/>
          </p:nvPr>
        </p:nvSpPr>
        <p:spPr>
          <a:xfrm>
            <a:off x="1041425" y="6415088"/>
            <a:ext cx="4876384" cy="1188474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654"/>
              </a:spcBef>
              <a:spcAft>
                <a:spcPts val="0"/>
              </a:spcAft>
              <a:buClr>
                <a:schemeClr val="dk1"/>
              </a:buClr>
              <a:buSzPts val="2646"/>
              <a:buNone/>
              <a:defRPr sz="2646"/>
            </a:lvl1pPr>
            <a:lvl2pPr indent="-228600" lvl="1" marL="914400" algn="l">
              <a:lnSpc>
                <a:spcPct val="90000"/>
              </a:lnSpc>
              <a:spcBef>
                <a:spcPts val="827"/>
              </a:spcBef>
              <a:spcAft>
                <a:spcPts val="0"/>
              </a:spcAft>
              <a:buClr>
                <a:schemeClr val="dk1"/>
              </a:buClr>
              <a:buSzPts val="2315"/>
              <a:buNone/>
              <a:defRPr sz="2315"/>
            </a:lvl2pPr>
            <a:lvl3pPr indent="-228600" lvl="2" marL="1371600" algn="l">
              <a:lnSpc>
                <a:spcPct val="90000"/>
              </a:lnSpc>
              <a:spcBef>
                <a:spcPts val="827"/>
              </a:spcBef>
              <a:spcAft>
                <a:spcPts val="0"/>
              </a:spcAft>
              <a:buClr>
                <a:schemeClr val="dk1"/>
              </a:buClr>
              <a:buSzPts val="1984"/>
              <a:buNone/>
              <a:defRPr sz="1984"/>
            </a:lvl3pPr>
            <a:lvl4pPr indent="-228600" lvl="3" marL="1828800" algn="l">
              <a:lnSpc>
                <a:spcPct val="90000"/>
              </a:lnSpc>
              <a:spcBef>
                <a:spcPts val="827"/>
              </a:spcBef>
              <a:spcAft>
                <a:spcPts val="0"/>
              </a:spcAft>
              <a:buClr>
                <a:schemeClr val="dk1"/>
              </a:buClr>
              <a:buSzPts val="1654"/>
              <a:buNone/>
              <a:defRPr sz="1654"/>
            </a:lvl4pPr>
            <a:lvl5pPr indent="-228600" lvl="4" marL="2286000" algn="l">
              <a:lnSpc>
                <a:spcPct val="90000"/>
              </a:lnSpc>
              <a:spcBef>
                <a:spcPts val="827"/>
              </a:spcBef>
              <a:spcAft>
                <a:spcPts val="0"/>
              </a:spcAft>
              <a:buClr>
                <a:schemeClr val="dk1"/>
              </a:buClr>
              <a:buSzPts val="1654"/>
              <a:buNone/>
              <a:defRPr sz="1654"/>
            </a:lvl5pPr>
            <a:lvl6pPr indent="-228600" lvl="5" marL="2743200" algn="l">
              <a:lnSpc>
                <a:spcPct val="90000"/>
              </a:lnSpc>
              <a:spcBef>
                <a:spcPts val="827"/>
              </a:spcBef>
              <a:spcAft>
                <a:spcPts val="0"/>
              </a:spcAft>
              <a:buClr>
                <a:schemeClr val="dk1"/>
              </a:buClr>
              <a:buSzPts val="1654"/>
              <a:buNone/>
              <a:defRPr sz="1654"/>
            </a:lvl6pPr>
            <a:lvl7pPr indent="-228600" lvl="6" marL="3200400" algn="l">
              <a:lnSpc>
                <a:spcPct val="90000"/>
              </a:lnSpc>
              <a:spcBef>
                <a:spcPts val="827"/>
              </a:spcBef>
              <a:spcAft>
                <a:spcPts val="0"/>
              </a:spcAft>
              <a:buClr>
                <a:schemeClr val="dk1"/>
              </a:buClr>
              <a:buSzPts val="1654"/>
              <a:buNone/>
              <a:defRPr sz="1654"/>
            </a:lvl7pPr>
            <a:lvl8pPr indent="-228600" lvl="7" marL="3657600" algn="l">
              <a:lnSpc>
                <a:spcPct val="90000"/>
              </a:lnSpc>
              <a:spcBef>
                <a:spcPts val="827"/>
              </a:spcBef>
              <a:spcAft>
                <a:spcPts val="0"/>
              </a:spcAft>
              <a:buClr>
                <a:schemeClr val="dk1"/>
              </a:buClr>
              <a:buSzPts val="1654"/>
              <a:buNone/>
              <a:defRPr sz="1654"/>
            </a:lvl8pPr>
            <a:lvl9pPr indent="-228600" lvl="8" marL="4114800" algn="l">
              <a:lnSpc>
                <a:spcPct val="90000"/>
              </a:lnSpc>
              <a:spcBef>
                <a:spcPts val="827"/>
              </a:spcBef>
              <a:spcAft>
                <a:spcPts val="0"/>
              </a:spcAft>
              <a:buClr>
                <a:schemeClr val="dk1"/>
              </a:buClr>
              <a:buSzPts val="1654"/>
              <a:buNone/>
              <a:defRPr sz="1654"/>
            </a:lvl9pPr>
          </a:lstStyle>
          <a:p/>
        </p:txBody>
      </p:sp>
      <p:sp>
        <p:nvSpPr>
          <p:cNvPr id="69" name="Google Shape;69;p11"/>
          <p:cNvSpPr txBox="1"/>
          <p:nvPr>
            <p:ph idx="10" type="dt"/>
          </p:nvPr>
        </p:nvSpPr>
        <p:spPr>
          <a:xfrm>
            <a:off x="1039455" y="19819457"/>
            <a:ext cx="3401854" cy="11384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1"/>
          <p:cNvSpPr txBox="1"/>
          <p:nvPr>
            <p:ph idx="11" type="ftr"/>
          </p:nvPr>
        </p:nvSpPr>
        <p:spPr>
          <a:xfrm>
            <a:off x="5008285" y="19819457"/>
            <a:ext cx="5102781" cy="113848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1"/>
          <p:cNvSpPr txBox="1"/>
          <p:nvPr>
            <p:ph idx="12" type="sldNum"/>
          </p:nvPr>
        </p:nvSpPr>
        <p:spPr>
          <a:xfrm>
            <a:off x="10678041" y="19819457"/>
            <a:ext cx="3401854" cy="11384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2" name="Shape 72"/>
        <p:cNvGrpSpPr/>
        <p:nvPr/>
      </p:nvGrpSpPr>
      <p:grpSpPr>
        <a:xfrm>
          <a:off x="0" y="0"/>
          <a:ext cx="0" cy="0"/>
          <a:chOff x="0" y="0"/>
          <a:chExt cx="0" cy="0"/>
        </a:xfrm>
      </p:grpSpPr>
      <p:sp>
        <p:nvSpPr>
          <p:cNvPr id="73" name="Google Shape;73;p12"/>
          <p:cNvSpPr txBox="1"/>
          <p:nvPr>
            <p:ph type="title"/>
          </p:nvPr>
        </p:nvSpPr>
        <p:spPr>
          <a:xfrm>
            <a:off x="1039456" y="1138485"/>
            <a:ext cx="13040439" cy="413317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2"/>
          <p:cNvSpPr txBox="1"/>
          <p:nvPr>
            <p:ph idx="1" type="body"/>
          </p:nvPr>
        </p:nvSpPr>
        <p:spPr>
          <a:xfrm rot="5400000">
            <a:off x="775818" y="5956038"/>
            <a:ext cx="13567714" cy="1304043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654"/>
              </a:spcBef>
              <a:spcAft>
                <a:spcPts val="0"/>
              </a:spcAft>
              <a:buClr>
                <a:schemeClr val="dk1"/>
              </a:buClr>
              <a:buSzPts val="1800"/>
              <a:buChar char="•"/>
              <a:defRPr/>
            </a:lvl1pPr>
            <a:lvl2pPr indent="-342900" lvl="1" marL="914400" algn="l">
              <a:lnSpc>
                <a:spcPct val="90000"/>
              </a:lnSpc>
              <a:spcBef>
                <a:spcPts val="827"/>
              </a:spcBef>
              <a:spcAft>
                <a:spcPts val="0"/>
              </a:spcAft>
              <a:buClr>
                <a:schemeClr val="dk1"/>
              </a:buClr>
              <a:buSzPts val="1800"/>
              <a:buChar char="•"/>
              <a:defRPr/>
            </a:lvl2pPr>
            <a:lvl3pPr indent="-342900" lvl="2" marL="1371600" algn="l">
              <a:lnSpc>
                <a:spcPct val="90000"/>
              </a:lnSpc>
              <a:spcBef>
                <a:spcPts val="827"/>
              </a:spcBef>
              <a:spcAft>
                <a:spcPts val="0"/>
              </a:spcAft>
              <a:buClr>
                <a:schemeClr val="dk1"/>
              </a:buClr>
              <a:buSzPts val="1800"/>
              <a:buChar char="•"/>
              <a:defRPr/>
            </a:lvl3pPr>
            <a:lvl4pPr indent="-342900" lvl="3" marL="1828800" algn="l">
              <a:lnSpc>
                <a:spcPct val="90000"/>
              </a:lnSpc>
              <a:spcBef>
                <a:spcPts val="827"/>
              </a:spcBef>
              <a:spcAft>
                <a:spcPts val="0"/>
              </a:spcAft>
              <a:buClr>
                <a:schemeClr val="dk1"/>
              </a:buClr>
              <a:buSzPts val="1800"/>
              <a:buChar char="•"/>
              <a:defRPr/>
            </a:lvl4pPr>
            <a:lvl5pPr indent="-342900" lvl="4" marL="2286000" algn="l">
              <a:lnSpc>
                <a:spcPct val="90000"/>
              </a:lnSpc>
              <a:spcBef>
                <a:spcPts val="827"/>
              </a:spcBef>
              <a:spcAft>
                <a:spcPts val="0"/>
              </a:spcAft>
              <a:buClr>
                <a:schemeClr val="dk1"/>
              </a:buClr>
              <a:buSzPts val="1800"/>
              <a:buChar char="•"/>
              <a:defRPr/>
            </a:lvl5pPr>
            <a:lvl6pPr indent="-342900" lvl="5" marL="2743200" algn="l">
              <a:lnSpc>
                <a:spcPct val="90000"/>
              </a:lnSpc>
              <a:spcBef>
                <a:spcPts val="827"/>
              </a:spcBef>
              <a:spcAft>
                <a:spcPts val="0"/>
              </a:spcAft>
              <a:buClr>
                <a:schemeClr val="dk1"/>
              </a:buClr>
              <a:buSzPts val="1800"/>
              <a:buChar char="•"/>
              <a:defRPr/>
            </a:lvl6pPr>
            <a:lvl7pPr indent="-342900" lvl="6" marL="3200400" algn="l">
              <a:lnSpc>
                <a:spcPct val="90000"/>
              </a:lnSpc>
              <a:spcBef>
                <a:spcPts val="827"/>
              </a:spcBef>
              <a:spcAft>
                <a:spcPts val="0"/>
              </a:spcAft>
              <a:buClr>
                <a:schemeClr val="dk1"/>
              </a:buClr>
              <a:buSzPts val="1800"/>
              <a:buChar char="•"/>
              <a:defRPr/>
            </a:lvl7pPr>
            <a:lvl8pPr indent="-342900" lvl="7" marL="3657600" algn="l">
              <a:lnSpc>
                <a:spcPct val="90000"/>
              </a:lnSpc>
              <a:spcBef>
                <a:spcPts val="827"/>
              </a:spcBef>
              <a:spcAft>
                <a:spcPts val="0"/>
              </a:spcAft>
              <a:buClr>
                <a:schemeClr val="dk1"/>
              </a:buClr>
              <a:buSzPts val="1800"/>
              <a:buChar char="•"/>
              <a:defRPr/>
            </a:lvl8pPr>
            <a:lvl9pPr indent="-342900" lvl="8" marL="4114800" algn="l">
              <a:lnSpc>
                <a:spcPct val="90000"/>
              </a:lnSpc>
              <a:spcBef>
                <a:spcPts val="827"/>
              </a:spcBef>
              <a:spcAft>
                <a:spcPts val="0"/>
              </a:spcAft>
              <a:buClr>
                <a:schemeClr val="dk1"/>
              </a:buClr>
              <a:buSzPts val="1800"/>
              <a:buChar char="•"/>
              <a:defRPr/>
            </a:lvl9pPr>
          </a:lstStyle>
          <a:p/>
        </p:txBody>
      </p:sp>
      <p:sp>
        <p:nvSpPr>
          <p:cNvPr id="75" name="Google Shape;75;p12"/>
          <p:cNvSpPr txBox="1"/>
          <p:nvPr>
            <p:ph idx="10" type="dt"/>
          </p:nvPr>
        </p:nvSpPr>
        <p:spPr>
          <a:xfrm>
            <a:off x="1039455" y="19819457"/>
            <a:ext cx="3401854" cy="11384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2"/>
          <p:cNvSpPr txBox="1"/>
          <p:nvPr>
            <p:ph idx="11" type="ftr"/>
          </p:nvPr>
        </p:nvSpPr>
        <p:spPr>
          <a:xfrm>
            <a:off x="5008285" y="19819457"/>
            <a:ext cx="5102781" cy="113848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2"/>
          <p:cNvSpPr txBox="1"/>
          <p:nvPr>
            <p:ph idx="12" type="sldNum"/>
          </p:nvPr>
        </p:nvSpPr>
        <p:spPr>
          <a:xfrm>
            <a:off x="10678041" y="19819457"/>
            <a:ext cx="3401854" cy="11384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8" name="Shape 78"/>
        <p:cNvGrpSpPr/>
        <p:nvPr/>
      </p:nvGrpSpPr>
      <p:grpSpPr>
        <a:xfrm>
          <a:off x="0" y="0"/>
          <a:ext cx="0" cy="0"/>
          <a:chOff x="0" y="0"/>
          <a:chExt cx="0" cy="0"/>
        </a:xfrm>
      </p:grpSpPr>
      <p:sp>
        <p:nvSpPr>
          <p:cNvPr id="79" name="Google Shape;79;p13"/>
          <p:cNvSpPr txBox="1"/>
          <p:nvPr>
            <p:ph type="title"/>
          </p:nvPr>
        </p:nvSpPr>
        <p:spPr>
          <a:xfrm rot="5400000">
            <a:off x="3389024" y="8569242"/>
            <a:ext cx="18121634" cy="326011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3"/>
          <p:cNvSpPr txBox="1"/>
          <p:nvPr>
            <p:ph idx="1" type="body"/>
          </p:nvPr>
        </p:nvSpPr>
        <p:spPr>
          <a:xfrm rot="5400000">
            <a:off x="-3225692" y="5403628"/>
            <a:ext cx="18121634" cy="959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654"/>
              </a:spcBef>
              <a:spcAft>
                <a:spcPts val="0"/>
              </a:spcAft>
              <a:buClr>
                <a:schemeClr val="dk1"/>
              </a:buClr>
              <a:buSzPts val="1800"/>
              <a:buChar char="•"/>
              <a:defRPr/>
            </a:lvl1pPr>
            <a:lvl2pPr indent="-342900" lvl="1" marL="914400" algn="l">
              <a:lnSpc>
                <a:spcPct val="90000"/>
              </a:lnSpc>
              <a:spcBef>
                <a:spcPts val="827"/>
              </a:spcBef>
              <a:spcAft>
                <a:spcPts val="0"/>
              </a:spcAft>
              <a:buClr>
                <a:schemeClr val="dk1"/>
              </a:buClr>
              <a:buSzPts val="1800"/>
              <a:buChar char="•"/>
              <a:defRPr/>
            </a:lvl2pPr>
            <a:lvl3pPr indent="-342900" lvl="2" marL="1371600" algn="l">
              <a:lnSpc>
                <a:spcPct val="90000"/>
              </a:lnSpc>
              <a:spcBef>
                <a:spcPts val="827"/>
              </a:spcBef>
              <a:spcAft>
                <a:spcPts val="0"/>
              </a:spcAft>
              <a:buClr>
                <a:schemeClr val="dk1"/>
              </a:buClr>
              <a:buSzPts val="1800"/>
              <a:buChar char="•"/>
              <a:defRPr/>
            </a:lvl3pPr>
            <a:lvl4pPr indent="-342900" lvl="3" marL="1828800" algn="l">
              <a:lnSpc>
                <a:spcPct val="90000"/>
              </a:lnSpc>
              <a:spcBef>
                <a:spcPts val="827"/>
              </a:spcBef>
              <a:spcAft>
                <a:spcPts val="0"/>
              </a:spcAft>
              <a:buClr>
                <a:schemeClr val="dk1"/>
              </a:buClr>
              <a:buSzPts val="1800"/>
              <a:buChar char="•"/>
              <a:defRPr/>
            </a:lvl4pPr>
            <a:lvl5pPr indent="-342900" lvl="4" marL="2286000" algn="l">
              <a:lnSpc>
                <a:spcPct val="90000"/>
              </a:lnSpc>
              <a:spcBef>
                <a:spcPts val="827"/>
              </a:spcBef>
              <a:spcAft>
                <a:spcPts val="0"/>
              </a:spcAft>
              <a:buClr>
                <a:schemeClr val="dk1"/>
              </a:buClr>
              <a:buSzPts val="1800"/>
              <a:buChar char="•"/>
              <a:defRPr/>
            </a:lvl5pPr>
            <a:lvl6pPr indent="-342900" lvl="5" marL="2743200" algn="l">
              <a:lnSpc>
                <a:spcPct val="90000"/>
              </a:lnSpc>
              <a:spcBef>
                <a:spcPts val="827"/>
              </a:spcBef>
              <a:spcAft>
                <a:spcPts val="0"/>
              </a:spcAft>
              <a:buClr>
                <a:schemeClr val="dk1"/>
              </a:buClr>
              <a:buSzPts val="1800"/>
              <a:buChar char="•"/>
              <a:defRPr/>
            </a:lvl6pPr>
            <a:lvl7pPr indent="-342900" lvl="6" marL="3200400" algn="l">
              <a:lnSpc>
                <a:spcPct val="90000"/>
              </a:lnSpc>
              <a:spcBef>
                <a:spcPts val="827"/>
              </a:spcBef>
              <a:spcAft>
                <a:spcPts val="0"/>
              </a:spcAft>
              <a:buClr>
                <a:schemeClr val="dk1"/>
              </a:buClr>
              <a:buSzPts val="1800"/>
              <a:buChar char="•"/>
              <a:defRPr/>
            </a:lvl7pPr>
            <a:lvl8pPr indent="-342900" lvl="7" marL="3657600" algn="l">
              <a:lnSpc>
                <a:spcPct val="90000"/>
              </a:lnSpc>
              <a:spcBef>
                <a:spcPts val="827"/>
              </a:spcBef>
              <a:spcAft>
                <a:spcPts val="0"/>
              </a:spcAft>
              <a:buClr>
                <a:schemeClr val="dk1"/>
              </a:buClr>
              <a:buSzPts val="1800"/>
              <a:buChar char="•"/>
              <a:defRPr/>
            </a:lvl8pPr>
            <a:lvl9pPr indent="-342900" lvl="8" marL="4114800" algn="l">
              <a:lnSpc>
                <a:spcPct val="90000"/>
              </a:lnSpc>
              <a:spcBef>
                <a:spcPts val="827"/>
              </a:spcBef>
              <a:spcAft>
                <a:spcPts val="0"/>
              </a:spcAft>
              <a:buClr>
                <a:schemeClr val="dk1"/>
              </a:buClr>
              <a:buSzPts val="1800"/>
              <a:buChar char="•"/>
              <a:defRPr/>
            </a:lvl9pPr>
          </a:lstStyle>
          <a:p/>
        </p:txBody>
      </p:sp>
      <p:sp>
        <p:nvSpPr>
          <p:cNvPr id="81" name="Google Shape;81;p13"/>
          <p:cNvSpPr txBox="1"/>
          <p:nvPr>
            <p:ph idx="10" type="dt"/>
          </p:nvPr>
        </p:nvSpPr>
        <p:spPr>
          <a:xfrm>
            <a:off x="1039455" y="19819457"/>
            <a:ext cx="3401854" cy="11384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3"/>
          <p:cNvSpPr txBox="1"/>
          <p:nvPr>
            <p:ph idx="11" type="ftr"/>
          </p:nvPr>
        </p:nvSpPr>
        <p:spPr>
          <a:xfrm>
            <a:off x="5008285" y="19819457"/>
            <a:ext cx="5102781" cy="113848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3"/>
          <p:cNvSpPr txBox="1"/>
          <p:nvPr>
            <p:ph idx="12" type="sldNum"/>
          </p:nvPr>
        </p:nvSpPr>
        <p:spPr>
          <a:xfrm>
            <a:off x="10678041" y="19819457"/>
            <a:ext cx="3401854" cy="11384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type="title"/>
          </p:nvPr>
        </p:nvSpPr>
        <p:spPr>
          <a:xfrm>
            <a:off x="1039456" y="1138485"/>
            <a:ext cx="13040439" cy="4133179"/>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7275"/>
              <a:buFont typeface="Play"/>
              <a:buNone/>
              <a:defRPr b="0" i="0" sz="7275"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
          <p:cNvSpPr txBox="1"/>
          <p:nvPr>
            <p:ph idx="1" type="body"/>
          </p:nvPr>
        </p:nvSpPr>
        <p:spPr>
          <a:xfrm>
            <a:off x="1039456" y="5692400"/>
            <a:ext cx="13040439" cy="13567714"/>
          </a:xfrm>
          <a:prstGeom prst="rect">
            <a:avLst/>
          </a:prstGeom>
          <a:noFill/>
          <a:ln>
            <a:noFill/>
          </a:ln>
        </p:spPr>
        <p:txBody>
          <a:bodyPr anchorCtr="0" anchor="t" bIns="45700" lIns="91425" spcFirstLastPara="1" rIns="91425" wrap="square" tIns="45700">
            <a:normAutofit/>
          </a:bodyPr>
          <a:lstStyle>
            <a:lvl1pPr indent="-522605" lvl="0" marL="457200" marR="0" rtl="0" algn="l">
              <a:lnSpc>
                <a:spcPct val="90000"/>
              </a:lnSpc>
              <a:spcBef>
                <a:spcPts val="1654"/>
              </a:spcBef>
              <a:spcAft>
                <a:spcPts val="0"/>
              </a:spcAft>
              <a:buClr>
                <a:schemeClr val="dk1"/>
              </a:buClr>
              <a:buSzPts val="4630"/>
              <a:buFont typeface="Arial"/>
              <a:buChar char="•"/>
              <a:defRPr b="0" i="0" sz="4630" u="none" cap="none" strike="noStrike">
                <a:solidFill>
                  <a:schemeClr val="dk1"/>
                </a:solidFill>
                <a:latin typeface="Arial"/>
                <a:ea typeface="Arial"/>
                <a:cs typeface="Arial"/>
                <a:sym typeface="Arial"/>
              </a:defRPr>
            </a:lvl1pPr>
            <a:lvl2pPr indent="-480568" lvl="1" marL="914400" marR="0" rtl="0" algn="l">
              <a:lnSpc>
                <a:spcPct val="90000"/>
              </a:lnSpc>
              <a:spcBef>
                <a:spcPts val="827"/>
              </a:spcBef>
              <a:spcAft>
                <a:spcPts val="0"/>
              </a:spcAft>
              <a:buClr>
                <a:schemeClr val="dk1"/>
              </a:buClr>
              <a:buSzPts val="3968"/>
              <a:buFont typeface="Arial"/>
              <a:buChar char="•"/>
              <a:defRPr b="0" i="0" sz="3968" u="none" cap="none" strike="noStrike">
                <a:solidFill>
                  <a:schemeClr val="dk1"/>
                </a:solidFill>
                <a:latin typeface="Arial"/>
                <a:ea typeface="Arial"/>
                <a:cs typeface="Arial"/>
                <a:sym typeface="Arial"/>
              </a:defRPr>
            </a:lvl2pPr>
            <a:lvl3pPr indent="-438594" lvl="2" marL="1371600" marR="0" rtl="0" algn="l">
              <a:lnSpc>
                <a:spcPct val="90000"/>
              </a:lnSpc>
              <a:spcBef>
                <a:spcPts val="827"/>
              </a:spcBef>
              <a:spcAft>
                <a:spcPts val="0"/>
              </a:spcAft>
              <a:buClr>
                <a:schemeClr val="dk1"/>
              </a:buClr>
              <a:buSzPts val="3307"/>
              <a:buFont typeface="Arial"/>
              <a:buChar char="•"/>
              <a:defRPr b="0" i="0" sz="3307" u="none" cap="none" strike="noStrike">
                <a:solidFill>
                  <a:schemeClr val="dk1"/>
                </a:solidFill>
                <a:latin typeface="Arial"/>
                <a:ea typeface="Arial"/>
                <a:cs typeface="Arial"/>
                <a:sym typeface="Arial"/>
              </a:defRPr>
            </a:lvl3pPr>
            <a:lvl4pPr indent="-417575" lvl="3" marL="1828800" marR="0" rtl="0" algn="l">
              <a:lnSpc>
                <a:spcPct val="90000"/>
              </a:lnSpc>
              <a:spcBef>
                <a:spcPts val="827"/>
              </a:spcBef>
              <a:spcAft>
                <a:spcPts val="0"/>
              </a:spcAft>
              <a:buClr>
                <a:schemeClr val="dk1"/>
              </a:buClr>
              <a:buSzPts val="2976"/>
              <a:buFont typeface="Arial"/>
              <a:buChar char="•"/>
              <a:defRPr b="0" i="0" sz="2976" u="none" cap="none" strike="noStrike">
                <a:solidFill>
                  <a:schemeClr val="dk1"/>
                </a:solidFill>
                <a:latin typeface="Arial"/>
                <a:ea typeface="Arial"/>
                <a:cs typeface="Arial"/>
                <a:sym typeface="Arial"/>
              </a:defRPr>
            </a:lvl4pPr>
            <a:lvl5pPr indent="-417576" lvl="4" marL="2286000" marR="0" rtl="0" algn="l">
              <a:lnSpc>
                <a:spcPct val="90000"/>
              </a:lnSpc>
              <a:spcBef>
                <a:spcPts val="827"/>
              </a:spcBef>
              <a:spcAft>
                <a:spcPts val="0"/>
              </a:spcAft>
              <a:buClr>
                <a:schemeClr val="dk1"/>
              </a:buClr>
              <a:buSzPts val="2976"/>
              <a:buFont typeface="Arial"/>
              <a:buChar char="•"/>
              <a:defRPr b="0" i="0" sz="2976" u="none" cap="none" strike="noStrike">
                <a:solidFill>
                  <a:schemeClr val="dk1"/>
                </a:solidFill>
                <a:latin typeface="Arial"/>
                <a:ea typeface="Arial"/>
                <a:cs typeface="Arial"/>
                <a:sym typeface="Arial"/>
              </a:defRPr>
            </a:lvl5pPr>
            <a:lvl6pPr indent="-417576" lvl="5" marL="2743200" marR="0" rtl="0" algn="l">
              <a:lnSpc>
                <a:spcPct val="90000"/>
              </a:lnSpc>
              <a:spcBef>
                <a:spcPts val="827"/>
              </a:spcBef>
              <a:spcAft>
                <a:spcPts val="0"/>
              </a:spcAft>
              <a:buClr>
                <a:schemeClr val="dk1"/>
              </a:buClr>
              <a:buSzPts val="2976"/>
              <a:buFont typeface="Arial"/>
              <a:buChar char="•"/>
              <a:defRPr b="0" i="0" sz="2976" u="none" cap="none" strike="noStrike">
                <a:solidFill>
                  <a:schemeClr val="dk1"/>
                </a:solidFill>
                <a:latin typeface="Arial"/>
                <a:ea typeface="Arial"/>
                <a:cs typeface="Arial"/>
                <a:sym typeface="Arial"/>
              </a:defRPr>
            </a:lvl6pPr>
            <a:lvl7pPr indent="-417576" lvl="6" marL="3200400" marR="0" rtl="0" algn="l">
              <a:lnSpc>
                <a:spcPct val="90000"/>
              </a:lnSpc>
              <a:spcBef>
                <a:spcPts val="827"/>
              </a:spcBef>
              <a:spcAft>
                <a:spcPts val="0"/>
              </a:spcAft>
              <a:buClr>
                <a:schemeClr val="dk1"/>
              </a:buClr>
              <a:buSzPts val="2976"/>
              <a:buFont typeface="Arial"/>
              <a:buChar char="•"/>
              <a:defRPr b="0" i="0" sz="2976" u="none" cap="none" strike="noStrike">
                <a:solidFill>
                  <a:schemeClr val="dk1"/>
                </a:solidFill>
                <a:latin typeface="Arial"/>
                <a:ea typeface="Arial"/>
                <a:cs typeface="Arial"/>
                <a:sym typeface="Arial"/>
              </a:defRPr>
            </a:lvl7pPr>
            <a:lvl8pPr indent="-417576" lvl="7" marL="3657600" marR="0" rtl="0" algn="l">
              <a:lnSpc>
                <a:spcPct val="90000"/>
              </a:lnSpc>
              <a:spcBef>
                <a:spcPts val="827"/>
              </a:spcBef>
              <a:spcAft>
                <a:spcPts val="0"/>
              </a:spcAft>
              <a:buClr>
                <a:schemeClr val="dk1"/>
              </a:buClr>
              <a:buSzPts val="2976"/>
              <a:buFont typeface="Arial"/>
              <a:buChar char="•"/>
              <a:defRPr b="0" i="0" sz="2976" u="none" cap="none" strike="noStrike">
                <a:solidFill>
                  <a:schemeClr val="dk1"/>
                </a:solidFill>
                <a:latin typeface="Arial"/>
                <a:ea typeface="Arial"/>
                <a:cs typeface="Arial"/>
                <a:sym typeface="Arial"/>
              </a:defRPr>
            </a:lvl8pPr>
            <a:lvl9pPr indent="-417576" lvl="8" marL="4114800" marR="0" rtl="0" algn="l">
              <a:lnSpc>
                <a:spcPct val="90000"/>
              </a:lnSpc>
              <a:spcBef>
                <a:spcPts val="827"/>
              </a:spcBef>
              <a:spcAft>
                <a:spcPts val="0"/>
              </a:spcAft>
              <a:buClr>
                <a:schemeClr val="dk1"/>
              </a:buClr>
              <a:buSzPts val="2976"/>
              <a:buFont typeface="Arial"/>
              <a:buChar char="•"/>
              <a:defRPr b="0" i="0" sz="2976" u="none" cap="none" strike="noStrike">
                <a:solidFill>
                  <a:schemeClr val="dk1"/>
                </a:solidFill>
                <a:latin typeface="Arial"/>
                <a:ea typeface="Arial"/>
                <a:cs typeface="Arial"/>
                <a:sym typeface="Arial"/>
              </a:defRPr>
            </a:lvl9pPr>
          </a:lstStyle>
          <a:p/>
        </p:txBody>
      </p:sp>
      <p:sp>
        <p:nvSpPr>
          <p:cNvPr id="12" name="Google Shape;12;p2"/>
          <p:cNvSpPr txBox="1"/>
          <p:nvPr>
            <p:ph idx="10" type="dt"/>
          </p:nvPr>
        </p:nvSpPr>
        <p:spPr>
          <a:xfrm>
            <a:off x="1039455" y="19819457"/>
            <a:ext cx="3401854" cy="11384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984"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
          <p:cNvSpPr txBox="1"/>
          <p:nvPr>
            <p:ph idx="11" type="ftr"/>
          </p:nvPr>
        </p:nvSpPr>
        <p:spPr>
          <a:xfrm>
            <a:off x="5008285" y="19819457"/>
            <a:ext cx="5102781" cy="113848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984"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
          <p:cNvSpPr txBox="1"/>
          <p:nvPr>
            <p:ph idx="12" type="sldNum"/>
          </p:nvPr>
        </p:nvSpPr>
        <p:spPr>
          <a:xfrm>
            <a:off x="10678041" y="19819457"/>
            <a:ext cx="3401854" cy="113848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984" u="none" cap="none" strike="noStrike">
                <a:solidFill>
                  <a:srgbClr val="757575"/>
                </a:solidFill>
                <a:latin typeface="Arial"/>
                <a:ea typeface="Arial"/>
                <a:cs typeface="Arial"/>
                <a:sym typeface="Arial"/>
              </a:defRPr>
            </a:lvl1pPr>
            <a:lvl2pPr indent="0" lvl="1" marL="0" marR="0" rtl="0" algn="r">
              <a:spcBef>
                <a:spcPts val="0"/>
              </a:spcBef>
              <a:buNone/>
              <a:defRPr b="0" i="0" sz="1984" u="none" cap="none" strike="noStrike">
                <a:solidFill>
                  <a:srgbClr val="757575"/>
                </a:solidFill>
                <a:latin typeface="Arial"/>
                <a:ea typeface="Arial"/>
                <a:cs typeface="Arial"/>
                <a:sym typeface="Arial"/>
              </a:defRPr>
            </a:lvl2pPr>
            <a:lvl3pPr indent="0" lvl="2" marL="0" marR="0" rtl="0" algn="r">
              <a:spcBef>
                <a:spcPts val="0"/>
              </a:spcBef>
              <a:buNone/>
              <a:defRPr b="0" i="0" sz="1984" u="none" cap="none" strike="noStrike">
                <a:solidFill>
                  <a:srgbClr val="757575"/>
                </a:solidFill>
                <a:latin typeface="Arial"/>
                <a:ea typeface="Arial"/>
                <a:cs typeface="Arial"/>
                <a:sym typeface="Arial"/>
              </a:defRPr>
            </a:lvl3pPr>
            <a:lvl4pPr indent="0" lvl="3" marL="0" marR="0" rtl="0" algn="r">
              <a:spcBef>
                <a:spcPts val="0"/>
              </a:spcBef>
              <a:buNone/>
              <a:defRPr b="0" i="0" sz="1984" u="none" cap="none" strike="noStrike">
                <a:solidFill>
                  <a:srgbClr val="757575"/>
                </a:solidFill>
                <a:latin typeface="Arial"/>
                <a:ea typeface="Arial"/>
                <a:cs typeface="Arial"/>
                <a:sym typeface="Arial"/>
              </a:defRPr>
            </a:lvl4pPr>
            <a:lvl5pPr indent="0" lvl="4" marL="0" marR="0" rtl="0" algn="r">
              <a:spcBef>
                <a:spcPts val="0"/>
              </a:spcBef>
              <a:buNone/>
              <a:defRPr b="0" i="0" sz="1984" u="none" cap="none" strike="noStrike">
                <a:solidFill>
                  <a:srgbClr val="757575"/>
                </a:solidFill>
                <a:latin typeface="Arial"/>
                <a:ea typeface="Arial"/>
                <a:cs typeface="Arial"/>
                <a:sym typeface="Arial"/>
              </a:defRPr>
            </a:lvl5pPr>
            <a:lvl6pPr indent="0" lvl="5" marL="0" marR="0" rtl="0" algn="r">
              <a:spcBef>
                <a:spcPts val="0"/>
              </a:spcBef>
              <a:buNone/>
              <a:defRPr b="0" i="0" sz="1984" u="none" cap="none" strike="noStrike">
                <a:solidFill>
                  <a:srgbClr val="757575"/>
                </a:solidFill>
                <a:latin typeface="Arial"/>
                <a:ea typeface="Arial"/>
                <a:cs typeface="Arial"/>
                <a:sym typeface="Arial"/>
              </a:defRPr>
            </a:lvl6pPr>
            <a:lvl7pPr indent="0" lvl="6" marL="0" marR="0" rtl="0" algn="r">
              <a:spcBef>
                <a:spcPts val="0"/>
              </a:spcBef>
              <a:buNone/>
              <a:defRPr b="0" i="0" sz="1984" u="none" cap="none" strike="noStrike">
                <a:solidFill>
                  <a:srgbClr val="757575"/>
                </a:solidFill>
                <a:latin typeface="Arial"/>
                <a:ea typeface="Arial"/>
                <a:cs typeface="Arial"/>
                <a:sym typeface="Arial"/>
              </a:defRPr>
            </a:lvl7pPr>
            <a:lvl8pPr indent="0" lvl="7" marL="0" marR="0" rtl="0" algn="r">
              <a:spcBef>
                <a:spcPts val="0"/>
              </a:spcBef>
              <a:buNone/>
              <a:defRPr b="0" i="0" sz="1984" u="none" cap="none" strike="noStrike">
                <a:solidFill>
                  <a:srgbClr val="757575"/>
                </a:solidFill>
                <a:latin typeface="Arial"/>
                <a:ea typeface="Arial"/>
                <a:cs typeface="Arial"/>
                <a:sym typeface="Arial"/>
              </a:defRPr>
            </a:lvl8pPr>
            <a:lvl9pPr indent="0" lvl="8" marL="0" marR="0" rtl="0" algn="r">
              <a:spcBef>
                <a:spcPts val="0"/>
              </a:spcBef>
              <a:buNone/>
              <a:defRPr b="0" i="0" sz="1984"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2.png"/><Relationship Id="rId7" Type="http://schemas.openxmlformats.org/officeDocument/2006/relationships/image" Target="../media/image3.png"/><Relationship Id="rId8" Type="http://schemas.openxmlformats.org/officeDocument/2006/relationships/hyperlink" Target="https://github.com/al3msvll/obesity_RNA_seq_omics/tree/mai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4000">
              <a:schemeClr val="lt1"/>
            </a:gs>
            <a:gs pos="99000">
              <a:srgbClr val="59C2E3">
                <a:alpha val="24705"/>
              </a:srgbClr>
            </a:gs>
            <a:gs pos="100000">
              <a:srgbClr val="59C2E3">
                <a:alpha val="24705"/>
              </a:srgbClr>
            </a:gs>
          </a:gsLst>
          <a:lin ang="2700000" scaled="0"/>
        </a:gradFill>
      </p:bgPr>
    </p:bg>
    <p:spTree>
      <p:nvGrpSpPr>
        <p:cNvPr id="88" name="Shape 88"/>
        <p:cNvGrpSpPr/>
        <p:nvPr/>
      </p:nvGrpSpPr>
      <p:grpSpPr>
        <a:xfrm>
          <a:off x="0" y="0"/>
          <a:ext cx="0" cy="0"/>
          <a:chOff x="0" y="0"/>
          <a:chExt cx="0" cy="0"/>
        </a:xfrm>
      </p:grpSpPr>
      <p:grpSp>
        <p:nvGrpSpPr>
          <p:cNvPr id="89" name="Google Shape;89;p1"/>
          <p:cNvGrpSpPr/>
          <p:nvPr/>
        </p:nvGrpSpPr>
        <p:grpSpPr>
          <a:xfrm>
            <a:off x="207600" y="7601061"/>
            <a:ext cx="14668990" cy="9628401"/>
            <a:chOff x="225180" y="8290675"/>
            <a:chExt cx="14668990" cy="9665128"/>
          </a:xfrm>
        </p:grpSpPr>
        <p:sp>
          <p:nvSpPr>
            <p:cNvPr id="90" name="Google Shape;90;p1"/>
            <p:cNvSpPr/>
            <p:nvPr/>
          </p:nvSpPr>
          <p:spPr>
            <a:xfrm>
              <a:off x="225180" y="8607197"/>
              <a:ext cx="14668990" cy="9348606"/>
            </a:xfrm>
            <a:prstGeom prst="roundRect">
              <a:avLst>
                <a:gd fmla="val 1988" name="adj"/>
              </a:avLst>
            </a:prstGeom>
            <a:solidFill>
              <a:schemeClr val="lt1"/>
            </a:solidFill>
            <a:ln cap="flat" cmpd="sng" w="19050">
              <a:solidFill>
                <a:srgbClr val="D0D0D0"/>
              </a:solidFill>
              <a:prstDash val="solid"/>
              <a:miter lim="800000"/>
              <a:headEnd len="sm" w="sm" type="none"/>
              <a:tailEnd len="sm" w="sm" type="none"/>
            </a:ln>
          </p:spPr>
          <p:txBody>
            <a:bodyPr anchorCtr="0" anchor="t" bIns="45700" lIns="91425" spcFirstLastPara="1" rIns="91425" wrap="square" tIns="360000">
              <a:noAutofit/>
            </a:bodyPr>
            <a:lstStyle/>
            <a:p>
              <a:pPr indent="0" lvl="0" marL="0" marR="0" rtl="0" algn="just">
                <a:lnSpc>
                  <a:spcPct val="80000"/>
                </a:lnSpc>
                <a:spcBef>
                  <a:spcPts val="0"/>
                </a:spcBef>
                <a:spcAft>
                  <a:spcPts val="0"/>
                </a:spcAft>
                <a:buNone/>
              </a:pPr>
              <a:r>
                <a:t/>
              </a:r>
              <a:endParaRPr b="0" i="1" sz="2400" u="none" cap="none" strike="noStrike">
                <a:solidFill>
                  <a:schemeClr val="dk1"/>
                </a:solidFill>
                <a:latin typeface="Arial"/>
                <a:ea typeface="Arial"/>
                <a:cs typeface="Arial"/>
                <a:sym typeface="Arial"/>
              </a:endParaRPr>
            </a:p>
          </p:txBody>
        </p:sp>
        <p:sp>
          <p:nvSpPr>
            <p:cNvPr id="91" name="Google Shape;91;p1"/>
            <p:cNvSpPr/>
            <p:nvPr/>
          </p:nvSpPr>
          <p:spPr>
            <a:xfrm>
              <a:off x="518258" y="8290675"/>
              <a:ext cx="5838092" cy="633046"/>
            </a:xfrm>
            <a:prstGeom prst="roundRect">
              <a:avLst>
                <a:gd fmla="val 16667" name="adj"/>
              </a:avLst>
            </a:prstGeom>
            <a:gradFill>
              <a:gsLst>
                <a:gs pos="0">
                  <a:srgbClr val="59C2E3"/>
                </a:gs>
                <a:gs pos="100000">
                  <a:srgbClr val="4196C9"/>
                </a:gs>
              </a:gsLst>
              <a:lin ang="2700000" scaled="0"/>
            </a:gra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800" u="none" cap="none" strike="noStrike">
                  <a:solidFill>
                    <a:schemeClr val="lt1"/>
                  </a:solidFill>
                  <a:latin typeface="Arial"/>
                  <a:ea typeface="Arial"/>
                  <a:cs typeface="Arial"/>
                  <a:sym typeface="Arial"/>
                </a:rPr>
                <a:t>RESULTADOS</a:t>
              </a:r>
              <a:endParaRPr/>
            </a:p>
          </p:txBody>
        </p:sp>
      </p:grpSp>
      <p:grpSp>
        <p:nvGrpSpPr>
          <p:cNvPr id="92" name="Google Shape;92;p1"/>
          <p:cNvGrpSpPr/>
          <p:nvPr/>
        </p:nvGrpSpPr>
        <p:grpSpPr>
          <a:xfrm>
            <a:off x="225175" y="3484254"/>
            <a:ext cx="14669100" cy="1794321"/>
            <a:chOff x="225175" y="3930299"/>
            <a:chExt cx="14669100" cy="1794321"/>
          </a:xfrm>
        </p:grpSpPr>
        <p:sp>
          <p:nvSpPr>
            <p:cNvPr id="93" name="Google Shape;93;p1"/>
            <p:cNvSpPr/>
            <p:nvPr/>
          </p:nvSpPr>
          <p:spPr>
            <a:xfrm>
              <a:off x="225175" y="4246820"/>
              <a:ext cx="14669100" cy="1477800"/>
            </a:xfrm>
            <a:prstGeom prst="roundRect">
              <a:avLst>
                <a:gd fmla="val 9702" name="adj"/>
              </a:avLst>
            </a:prstGeom>
            <a:solidFill>
              <a:schemeClr val="lt1"/>
            </a:solidFill>
            <a:ln cap="flat" cmpd="sng" w="19050">
              <a:solidFill>
                <a:srgbClr val="D0D0D0"/>
              </a:solidFill>
              <a:prstDash val="solid"/>
              <a:miter lim="800000"/>
              <a:headEnd len="sm" w="sm" type="none"/>
              <a:tailEnd len="sm" w="sm" type="none"/>
            </a:ln>
          </p:spPr>
          <p:txBody>
            <a:bodyPr anchorCtr="0" anchor="t" bIns="45700" lIns="91425" spcFirstLastPara="1" rIns="91425" wrap="square" tIns="360000">
              <a:noAutofit/>
            </a:bodyPr>
            <a:lstStyle/>
            <a:p>
              <a:pPr indent="0" lvl="0" marL="0" marR="0" rtl="0" algn="just">
                <a:lnSpc>
                  <a:spcPct val="100000"/>
                </a:lnSpc>
                <a:spcBef>
                  <a:spcPts val="0"/>
                </a:spcBef>
                <a:spcAft>
                  <a:spcPts val="0"/>
                </a:spcAft>
                <a:buNone/>
              </a:pPr>
              <a:r>
                <a:rPr b="0" i="0" lang="en-US" sz="1700" u="none" cap="none" strike="noStrike">
                  <a:solidFill>
                    <a:schemeClr val="dk1"/>
                  </a:solidFill>
                  <a:latin typeface="Arial"/>
                  <a:ea typeface="Arial"/>
                  <a:cs typeface="Arial"/>
                  <a:sym typeface="Arial"/>
                </a:rPr>
                <a:t>La obesidad es una condición compleja asociada a alteraciones metabólicas y cambios en la regulación de la expresión génica. El análisis de datos de RNA-seq permite identificar genes diferencialmente expresados implicados en esta condición. El objetivo de este trabajo es comparar perfiles de expresión génica entre individuos Normopeso y individuos con obesidad utilizando un conjunto de datos basado en personajes de Los Simpson como modelo didáctico.</a:t>
              </a:r>
              <a:endParaRPr sz="1300"/>
            </a:p>
          </p:txBody>
        </p:sp>
        <p:sp>
          <p:nvSpPr>
            <p:cNvPr id="94" name="Google Shape;94;p1"/>
            <p:cNvSpPr/>
            <p:nvPr/>
          </p:nvSpPr>
          <p:spPr>
            <a:xfrm>
              <a:off x="518258" y="3930299"/>
              <a:ext cx="5838092" cy="633046"/>
            </a:xfrm>
            <a:prstGeom prst="roundRect">
              <a:avLst>
                <a:gd fmla="val 16667" name="adj"/>
              </a:avLst>
            </a:prstGeom>
            <a:gradFill>
              <a:gsLst>
                <a:gs pos="0">
                  <a:srgbClr val="59C2E3"/>
                </a:gs>
                <a:gs pos="100000">
                  <a:srgbClr val="4196C9"/>
                </a:gs>
              </a:gsLst>
              <a:lin ang="2700000" scaled="0"/>
            </a:gra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800" u="none" cap="none" strike="noStrike">
                  <a:solidFill>
                    <a:schemeClr val="lt1"/>
                  </a:solidFill>
                  <a:latin typeface="Arial"/>
                  <a:ea typeface="Arial"/>
                  <a:cs typeface="Arial"/>
                  <a:sym typeface="Arial"/>
                </a:rPr>
                <a:t>INTRODUCCIÓN</a:t>
              </a:r>
              <a:endParaRPr b="1" i="0" sz="2800" u="none" cap="none" strike="noStrike">
                <a:solidFill>
                  <a:schemeClr val="lt1"/>
                </a:solidFill>
                <a:latin typeface="Arial"/>
                <a:ea typeface="Arial"/>
                <a:cs typeface="Arial"/>
                <a:sym typeface="Arial"/>
              </a:endParaRPr>
            </a:p>
          </p:txBody>
        </p:sp>
      </p:grpSp>
      <p:grpSp>
        <p:nvGrpSpPr>
          <p:cNvPr id="95" name="Google Shape;95;p1"/>
          <p:cNvGrpSpPr/>
          <p:nvPr/>
        </p:nvGrpSpPr>
        <p:grpSpPr>
          <a:xfrm>
            <a:off x="207600" y="5371888"/>
            <a:ext cx="14669100" cy="2110834"/>
            <a:chOff x="207600" y="6110487"/>
            <a:chExt cx="14669100" cy="2110834"/>
          </a:xfrm>
        </p:grpSpPr>
        <p:sp>
          <p:nvSpPr>
            <p:cNvPr id="96" name="Google Shape;96;p1"/>
            <p:cNvSpPr/>
            <p:nvPr/>
          </p:nvSpPr>
          <p:spPr>
            <a:xfrm>
              <a:off x="207600" y="6427021"/>
              <a:ext cx="14669100" cy="1794300"/>
            </a:xfrm>
            <a:prstGeom prst="roundRect">
              <a:avLst>
                <a:gd fmla="val 9702" name="adj"/>
              </a:avLst>
            </a:prstGeom>
            <a:solidFill>
              <a:schemeClr val="lt1"/>
            </a:solidFill>
            <a:ln cap="flat" cmpd="sng" w="19050">
              <a:solidFill>
                <a:srgbClr val="D0D0D0"/>
              </a:solidFill>
              <a:prstDash val="solid"/>
              <a:round/>
              <a:headEnd len="sm" w="sm" type="none"/>
              <a:tailEnd len="sm" w="sm" type="none"/>
            </a:ln>
          </p:spPr>
          <p:txBody>
            <a:bodyPr anchorCtr="0" anchor="t" bIns="45700" lIns="91425" spcFirstLastPara="1" rIns="91425" wrap="square" tIns="360000">
              <a:noAutofit/>
            </a:bodyPr>
            <a:lstStyle/>
            <a:p>
              <a:pPr indent="0" lvl="0" marL="0" marR="0" rtl="0" algn="just">
                <a:lnSpc>
                  <a:spcPct val="100000"/>
                </a:lnSpc>
                <a:spcBef>
                  <a:spcPts val="0"/>
                </a:spcBef>
                <a:spcAft>
                  <a:spcPts val="0"/>
                </a:spcAft>
                <a:buNone/>
              </a:pPr>
              <a:r>
                <a:rPr b="0" i="0" lang="en-US" sz="1700" u="none" cap="none" strike="noStrike">
                  <a:solidFill>
                    <a:schemeClr val="dk1"/>
                  </a:solidFill>
                  <a:latin typeface="Arial"/>
                  <a:ea typeface="Arial"/>
                  <a:cs typeface="Arial"/>
                  <a:sym typeface="Arial"/>
                </a:rPr>
                <a:t>El conjunto de datos de RNA-seq analizado corresponde a una comparación entre individuos Normopeso y Obeso. La calidad de las lecturas de RNA-seq se evaluó mediante FastQC (integraron MultiQC). La cuantificación de la expresión génica se realizó con Salmon mediante pseudoalineamiento frente a un transcriptoma de referencia. El análisis de expresión diferencial entre los grupos Normopeso y Obeso1 se llevó a cabo con DESeq2, que aplica una normalización interna basada en factores de tamaño. Para la visualización de los resultados se utilizó la transformación de estabilización de varianza (VST), generándose análisis de componentes principales (PCA), Heatmap y un Volcano plot.</a:t>
              </a:r>
              <a:endParaRPr b="0" i="0" sz="1700" u="none" cap="none" strike="noStrike">
                <a:solidFill>
                  <a:schemeClr val="dk1"/>
                </a:solidFill>
                <a:latin typeface="Arial"/>
                <a:ea typeface="Arial"/>
                <a:cs typeface="Arial"/>
                <a:sym typeface="Arial"/>
              </a:endParaRPr>
            </a:p>
          </p:txBody>
        </p:sp>
        <p:sp>
          <p:nvSpPr>
            <p:cNvPr id="97" name="Google Shape;97;p1"/>
            <p:cNvSpPr/>
            <p:nvPr/>
          </p:nvSpPr>
          <p:spPr>
            <a:xfrm>
              <a:off x="500674" y="6110487"/>
              <a:ext cx="5838092" cy="633046"/>
            </a:xfrm>
            <a:prstGeom prst="roundRect">
              <a:avLst>
                <a:gd fmla="val 16667" name="adj"/>
              </a:avLst>
            </a:prstGeom>
            <a:gradFill>
              <a:gsLst>
                <a:gs pos="0">
                  <a:srgbClr val="59C2E3"/>
                </a:gs>
                <a:gs pos="100000">
                  <a:srgbClr val="4196C9"/>
                </a:gs>
              </a:gsLst>
              <a:lin ang="2700000" scaled="0"/>
            </a:gra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800" u="none" cap="none" strike="noStrike">
                  <a:solidFill>
                    <a:schemeClr val="lt1"/>
                  </a:solidFill>
                  <a:latin typeface="Arial"/>
                  <a:ea typeface="Arial"/>
                  <a:cs typeface="Arial"/>
                  <a:sym typeface="Arial"/>
                </a:rPr>
                <a:t>METODOLOGÍA</a:t>
              </a:r>
              <a:endParaRPr/>
            </a:p>
          </p:txBody>
        </p:sp>
      </p:grpSp>
      <p:sp>
        <p:nvSpPr>
          <p:cNvPr id="98" name="Google Shape;98;p1"/>
          <p:cNvSpPr/>
          <p:nvPr/>
        </p:nvSpPr>
        <p:spPr>
          <a:xfrm>
            <a:off x="225181" y="17620211"/>
            <a:ext cx="9095700" cy="3528300"/>
          </a:xfrm>
          <a:prstGeom prst="roundRect">
            <a:avLst>
              <a:gd fmla="val 9702" name="adj"/>
            </a:avLst>
          </a:prstGeom>
          <a:solidFill>
            <a:schemeClr val="lt1"/>
          </a:solidFill>
          <a:ln cap="flat" cmpd="sng" w="19050">
            <a:solidFill>
              <a:srgbClr val="D0D0D0"/>
            </a:solidFill>
            <a:prstDash val="solid"/>
            <a:miter lim="800000"/>
            <a:headEnd len="sm" w="sm" type="none"/>
            <a:tailEnd len="sm" w="sm" type="none"/>
          </a:ln>
        </p:spPr>
        <p:txBody>
          <a:bodyPr anchorCtr="0" anchor="t" bIns="45700" lIns="91425" spcFirstLastPara="1" rIns="91425" wrap="square" tIns="360000">
            <a:noAutofit/>
          </a:bodyPr>
          <a:lstStyle/>
          <a:p>
            <a:pPr indent="0" lvl="0" marL="0" marR="0" rtl="0" algn="just">
              <a:spcBef>
                <a:spcPts val="0"/>
              </a:spcBef>
              <a:spcAft>
                <a:spcPts val="0"/>
              </a:spcAft>
              <a:buNone/>
            </a:pPr>
            <a:r>
              <a:rPr b="0" i="0" lang="en-US" sz="1700" u="none" cap="none" strike="noStrike">
                <a:solidFill>
                  <a:schemeClr val="dk1"/>
                </a:solidFill>
                <a:latin typeface="Arial"/>
                <a:ea typeface="Arial"/>
                <a:cs typeface="Arial"/>
                <a:sym typeface="Arial"/>
              </a:rPr>
              <a:t>La evaluación de calidad mediante FastQC, mostró una adecuada calidad de los datos para el análisis posterior. La normalización mediante DESeq2 corrigió las diferencias en la profundidad de secuenciación, mientras que la transformación VST permitió reducir la variabilidad técnica y facilitar la visualización de los patrones de expresión génica.</a:t>
            </a:r>
            <a:r>
              <a:rPr lang="en-US" sz="1700"/>
              <a:t> </a:t>
            </a:r>
            <a:r>
              <a:rPr lang="en-US" sz="1700">
                <a:solidFill>
                  <a:schemeClr val="dk1"/>
                </a:solidFill>
              </a:rPr>
              <a:t>Por otra parte, e</a:t>
            </a:r>
            <a:r>
              <a:rPr lang="en-US" sz="1700">
                <a:solidFill>
                  <a:schemeClr val="dk1"/>
                </a:solidFill>
                <a:latin typeface="Arial"/>
                <a:ea typeface="Arial"/>
                <a:cs typeface="Arial"/>
                <a:sym typeface="Arial"/>
              </a:rPr>
              <a:t>l análisis de PCA evidenció una clara separación entre los grupos Normopeso y Obeso, indicando que la condición biológica es el principal factor que explica la variabilidad observada. El análisis de expresión diferencial identificó un conjunto de genes significativamente alterados entre ambos grupos, destacando NTRK2 con mayor significación estaditica. El heatmap confirmó patrones globales de expresión diferencial, incluyendo genes relacionados con la regulación metabólica, como LEP, que mostró menor expresión en el grupo obeso.</a:t>
            </a:r>
            <a:r>
              <a:rPr lang="en-US" sz="1800">
                <a:solidFill>
                  <a:schemeClr val="dk1"/>
                </a:solidFill>
                <a:latin typeface="Arial"/>
                <a:ea typeface="Arial"/>
                <a:cs typeface="Arial"/>
                <a:sym typeface="Arial"/>
              </a:rPr>
              <a:t> </a:t>
            </a:r>
            <a:endParaRPr/>
          </a:p>
        </p:txBody>
      </p:sp>
      <p:sp>
        <p:nvSpPr>
          <p:cNvPr id="99" name="Google Shape;99;p1"/>
          <p:cNvSpPr/>
          <p:nvPr/>
        </p:nvSpPr>
        <p:spPr>
          <a:xfrm>
            <a:off x="518258" y="17303689"/>
            <a:ext cx="5838092" cy="633046"/>
          </a:xfrm>
          <a:prstGeom prst="roundRect">
            <a:avLst>
              <a:gd fmla="val 16667" name="adj"/>
            </a:avLst>
          </a:prstGeom>
          <a:gradFill>
            <a:gsLst>
              <a:gs pos="0">
                <a:srgbClr val="59C2E3"/>
              </a:gs>
              <a:gs pos="100000">
                <a:srgbClr val="4196C9"/>
              </a:gs>
            </a:gsLst>
            <a:lin ang="2700000" scaled="0"/>
          </a:gra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800">
                <a:solidFill>
                  <a:schemeClr val="lt1"/>
                </a:solidFill>
                <a:latin typeface="Arial"/>
                <a:ea typeface="Arial"/>
                <a:cs typeface="Arial"/>
                <a:sym typeface="Arial"/>
              </a:rPr>
              <a:t>DISCUSIÓN</a:t>
            </a:r>
            <a:endParaRPr/>
          </a:p>
        </p:txBody>
      </p:sp>
      <p:sp>
        <p:nvSpPr>
          <p:cNvPr id="100" name="Google Shape;100;p1"/>
          <p:cNvSpPr/>
          <p:nvPr/>
        </p:nvSpPr>
        <p:spPr>
          <a:xfrm>
            <a:off x="9527577" y="17620211"/>
            <a:ext cx="5367000" cy="3528300"/>
          </a:xfrm>
          <a:prstGeom prst="roundRect">
            <a:avLst>
              <a:gd fmla="val 9702" name="adj"/>
            </a:avLst>
          </a:prstGeom>
          <a:solidFill>
            <a:schemeClr val="lt1"/>
          </a:solidFill>
          <a:ln cap="flat" cmpd="sng" w="19050">
            <a:solidFill>
              <a:srgbClr val="D0D0D0"/>
            </a:solidFill>
            <a:prstDash val="solid"/>
            <a:miter lim="800000"/>
            <a:headEnd len="sm" w="sm" type="none"/>
            <a:tailEnd len="sm" w="sm" type="none"/>
          </a:ln>
        </p:spPr>
        <p:txBody>
          <a:bodyPr anchorCtr="0" anchor="t" bIns="45700" lIns="91425" spcFirstLastPara="1" rIns="91425" wrap="square" tIns="360000">
            <a:noAutofit/>
          </a:bodyPr>
          <a:lstStyle/>
          <a:p>
            <a:pPr indent="0" lvl="0" marL="0" marR="0" rtl="0" algn="just">
              <a:lnSpc>
                <a:spcPct val="100000"/>
              </a:lnSpc>
              <a:spcBef>
                <a:spcPts val="0"/>
              </a:spcBef>
              <a:spcAft>
                <a:spcPts val="0"/>
              </a:spcAft>
              <a:buNone/>
            </a:pPr>
            <a:r>
              <a:rPr lang="en-US" sz="1700">
                <a:solidFill>
                  <a:schemeClr val="dk1"/>
                </a:solidFill>
              </a:rPr>
              <a:t>El análisis de RNA-seq permitió identificar cambios consistentes en la expresión génica asociados a la obesidad. Tras un adecuado control de calidad y normalización, los análisis multivariantes y diferenciales mostraron una clara separación entre individuos Normopeso y Obeso1, así como un conjunto robusto de genes diferencialmente expresados implicados en la regulación metabólica. En conjunto, estos resultados demuestran que la obesidad se asocia a alteraciones transcriptómicas detectables y reproducibles mediante RNA-seq.</a:t>
            </a:r>
            <a:endParaRPr sz="1700"/>
          </a:p>
        </p:txBody>
      </p:sp>
      <p:sp>
        <p:nvSpPr>
          <p:cNvPr id="101" name="Google Shape;101;p1"/>
          <p:cNvSpPr/>
          <p:nvPr/>
        </p:nvSpPr>
        <p:spPr>
          <a:xfrm>
            <a:off x="9748821" y="17303689"/>
            <a:ext cx="4407300" cy="633000"/>
          </a:xfrm>
          <a:prstGeom prst="roundRect">
            <a:avLst>
              <a:gd fmla="val 16667" name="adj"/>
            </a:avLst>
          </a:prstGeom>
          <a:gradFill>
            <a:gsLst>
              <a:gs pos="0">
                <a:srgbClr val="59C2E3"/>
              </a:gs>
              <a:gs pos="100000">
                <a:srgbClr val="4196C9"/>
              </a:gs>
            </a:gsLst>
            <a:lin ang="2700000" scaled="0"/>
          </a:gra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800">
                <a:solidFill>
                  <a:schemeClr val="lt1"/>
                </a:solidFill>
                <a:latin typeface="Arial"/>
                <a:ea typeface="Arial"/>
                <a:cs typeface="Arial"/>
                <a:sym typeface="Arial"/>
              </a:rPr>
              <a:t>CONCLUSIONES</a:t>
            </a:r>
            <a:endParaRPr/>
          </a:p>
        </p:txBody>
      </p:sp>
      <p:pic>
        <p:nvPicPr>
          <p:cNvPr id="102" name="Google Shape;102;p1"/>
          <p:cNvPicPr preferRelativeResize="0"/>
          <p:nvPr/>
        </p:nvPicPr>
        <p:blipFill rotWithShape="1">
          <a:blip r:embed="rId3">
            <a:alphaModFix/>
          </a:blip>
          <a:srcRect b="0" l="0" r="0" t="0"/>
          <a:stretch/>
        </p:blipFill>
        <p:spPr>
          <a:xfrm>
            <a:off x="12550767" y="-95516"/>
            <a:ext cx="2325820" cy="1400890"/>
          </a:xfrm>
          <a:prstGeom prst="rect">
            <a:avLst/>
          </a:prstGeom>
          <a:noFill/>
          <a:ln>
            <a:noFill/>
          </a:ln>
        </p:spPr>
      </p:pic>
      <p:grpSp>
        <p:nvGrpSpPr>
          <p:cNvPr id="103" name="Google Shape;103;p1"/>
          <p:cNvGrpSpPr/>
          <p:nvPr/>
        </p:nvGrpSpPr>
        <p:grpSpPr>
          <a:xfrm>
            <a:off x="0" y="-5895"/>
            <a:ext cx="3397496" cy="2303046"/>
            <a:chOff x="0" y="-5895"/>
            <a:chExt cx="4834200" cy="3276938"/>
          </a:xfrm>
        </p:grpSpPr>
        <p:pic>
          <p:nvPicPr>
            <p:cNvPr id="104" name="Google Shape;104;p1"/>
            <p:cNvPicPr preferRelativeResize="0"/>
            <p:nvPr/>
          </p:nvPicPr>
          <p:blipFill rotWithShape="1">
            <a:blip r:embed="rId4">
              <a:alphaModFix/>
            </a:blip>
            <a:srcRect b="0" l="0" r="0" t="0"/>
            <a:stretch/>
          </p:blipFill>
          <p:spPr>
            <a:xfrm>
              <a:off x="0" y="-5895"/>
              <a:ext cx="4834200" cy="3276938"/>
            </a:xfrm>
            <a:prstGeom prst="rect">
              <a:avLst/>
            </a:prstGeom>
            <a:noFill/>
            <a:ln>
              <a:noFill/>
            </a:ln>
          </p:spPr>
        </p:pic>
        <p:sp>
          <p:nvSpPr>
            <p:cNvPr id="105" name="Google Shape;105;p1"/>
            <p:cNvSpPr/>
            <p:nvPr/>
          </p:nvSpPr>
          <p:spPr>
            <a:xfrm>
              <a:off x="964642" y="1549130"/>
              <a:ext cx="2257529" cy="67155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106" name="Google Shape;106;p1"/>
          <p:cNvSpPr/>
          <p:nvPr/>
        </p:nvSpPr>
        <p:spPr>
          <a:xfrm>
            <a:off x="677955" y="1191189"/>
            <a:ext cx="13763400" cy="1981200"/>
          </a:xfrm>
          <a:prstGeom prst="roundRect">
            <a:avLst>
              <a:gd fmla="val 9702" name="adj"/>
            </a:avLst>
          </a:prstGeom>
          <a:solidFill>
            <a:srgbClr val="4196C9"/>
          </a:solidFill>
          <a:ln>
            <a:noFill/>
          </a:ln>
        </p:spPr>
        <p:txBody>
          <a:bodyPr anchorCtr="0" anchor="ctr" bIns="45700" lIns="90000" spcFirstLastPara="1" rIns="91425" wrap="square" tIns="46800">
            <a:noAutofit/>
          </a:bodyPr>
          <a:lstStyle/>
          <a:p>
            <a:pPr indent="0" lvl="0" marL="0" marR="0" rtl="0" algn="ctr">
              <a:spcBef>
                <a:spcPts val="0"/>
              </a:spcBef>
              <a:spcAft>
                <a:spcPts val="0"/>
              </a:spcAft>
              <a:buNone/>
            </a:pPr>
            <a:r>
              <a:rPr b="1" lang="en-US" sz="4000">
                <a:solidFill>
                  <a:schemeClr val="lt1"/>
                </a:solidFill>
                <a:latin typeface="Arial"/>
                <a:ea typeface="Arial"/>
                <a:cs typeface="Arial"/>
                <a:sym typeface="Arial"/>
              </a:rPr>
              <a:t>Análisis de expresión génica diferencial asociado a obesidad en personajes de Los Simpson </a:t>
            </a:r>
            <a:endParaRPr/>
          </a:p>
          <a:p>
            <a:pPr indent="0" lvl="0" marL="0" marR="0" rtl="0" algn="ctr">
              <a:lnSpc>
                <a:spcPct val="80000"/>
              </a:lnSpc>
              <a:spcBef>
                <a:spcPts val="0"/>
              </a:spcBef>
              <a:spcAft>
                <a:spcPts val="0"/>
              </a:spcAft>
              <a:buNone/>
            </a:pPr>
            <a:r>
              <a:rPr b="1" i="1" lang="en-US" sz="2600">
                <a:solidFill>
                  <a:schemeClr val="lt1"/>
                </a:solidFill>
                <a:latin typeface="Arial"/>
                <a:ea typeface="Arial"/>
                <a:cs typeface="Arial"/>
                <a:sym typeface="Arial"/>
              </a:rPr>
              <a:t>Secuenciación y Ómicas de Próxima Generación</a:t>
            </a:r>
            <a:endParaRPr sz="1200"/>
          </a:p>
          <a:p>
            <a:pPr indent="0" lvl="0" marL="0" marR="0" rtl="0" algn="ctr">
              <a:lnSpc>
                <a:spcPct val="80000"/>
              </a:lnSpc>
              <a:spcBef>
                <a:spcPts val="0"/>
              </a:spcBef>
              <a:spcAft>
                <a:spcPts val="0"/>
              </a:spcAft>
              <a:buNone/>
            </a:pPr>
            <a:r>
              <a:rPr lang="en-US" sz="1800">
                <a:solidFill>
                  <a:schemeClr val="lt1"/>
                </a:solidFill>
                <a:latin typeface="Arial"/>
                <a:ea typeface="Arial"/>
                <a:cs typeface="Arial"/>
                <a:sym typeface="Arial"/>
              </a:rPr>
              <a:t>Ainhoa Artetxe, Alba Xiaohe Elias, Alejandra Martin, Alejandro Pascual, Alicia Muñoz, Ana Sofia Santos Tedim</a:t>
            </a:r>
            <a:endParaRPr/>
          </a:p>
        </p:txBody>
      </p:sp>
      <p:sp>
        <p:nvSpPr>
          <p:cNvPr id="107" name="Google Shape;107;p1"/>
          <p:cNvSpPr/>
          <p:nvPr/>
        </p:nvSpPr>
        <p:spPr>
          <a:xfrm>
            <a:off x="691440" y="8354876"/>
            <a:ext cx="6692100" cy="633000"/>
          </a:xfrm>
          <a:prstGeom prst="roundRect">
            <a:avLst>
              <a:gd fmla="val 16667" name="adj"/>
            </a:avLst>
          </a:prstGeom>
          <a:solidFill>
            <a:schemeClr val="lt2"/>
          </a:solid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rgbClr val="4196C9"/>
              </a:buClr>
              <a:buSzPts val="1800"/>
              <a:buFont typeface="Arial"/>
              <a:buNone/>
            </a:pPr>
            <a:r>
              <a:rPr b="1" i="0" lang="en-US" sz="1700" u="none" cap="none" strike="noStrike">
                <a:solidFill>
                  <a:srgbClr val="4196C9"/>
                </a:solidFill>
                <a:latin typeface="Arial"/>
                <a:ea typeface="Arial"/>
                <a:cs typeface="Arial"/>
                <a:sym typeface="Arial"/>
              </a:rPr>
              <a:t>Figura 1. </a:t>
            </a:r>
            <a:r>
              <a:rPr i="0" lang="en-US" sz="1700" u="none" cap="none" strike="noStrike">
                <a:solidFill>
                  <a:schemeClr val="dk1"/>
                </a:solidFill>
                <a:latin typeface="Arial"/>
                <a:ea typeface="Arial"/>
                <a:cs typeface="Arial"/>
                <a:sym typeface="Arial"/>
              </a:rPr>
              <a:t>Análisis de Componentes Principales (PCA) de muestras Normopeso y Obeso tras normalización VST</a:t>
            </a:r>
            <a:endParaRPr sz="1300"/>
          </a:p>
        </p:txBody>
      </p:sp>
      <p:sp>
        <p:nvSpPr>
          <p:cNvPr id="108" name="Google Shape;108;p1"/>
          <p:cNvSpPr/>
          <p:nvPr/>
        </p:nvSpPr>
        <p:spPr>
          <a:xfrm>
            <a:off x="691440" y="12586335"/>
            <a:ext cx="6692100" cy="519000"/>
          </a:xfrm>
          <a:prstGeom prst="roundRect">
            <a:avLst>
              <a:gd fmla="val 16667" name="adj"/>
            </a:avLst>
          </a:prstGeom>
          <a:solidFill>
            <a:schemeClr val="lt2"/>
          </a:solid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Clr>
                <a:srgbClr val="4196C9"/>
              </a:buClr>
              <a:buSzPts val="1800"/>
              <a:buFont typeface="Arial"/>
              <a:buNone/>
            </a:pPr>
            <a:r>
              <a:rPr b="1" lang="en-US" sz="1700">
                <a:solidFill>
                  <a:srgbClr val="4196C9"/>
                </a:solidFill>
              </a:rPr>
              <a:t>Figura 3. </a:t>
            </a:r>
            <a:r>
              <a:rPr lang="en-US" sz="1700">
                <a:solidFill>
                  <a:schemeClr val="dk1"/>
                </a:solidFill>
              </a:rPr>
              <a:t>Heatmap global de expresión génica normalizada (VST) en Normopeso y Obeso</a:t>
            </a:r>
            <a:endParaRPr sz="1700"/>
          </a:p>
        </p:txBody>
      </p:sp>
      <p:sp>
        <p:nvSpPr>
          <p:cNvPr id="109" name="Google Shape;109;p1"/>
          <p:cNvSpPr/>
          <p:nvPr/>
        </p:nvSpPr>
        <p:spPr>
          <a:xfrm>
            <a:off x="8622491" y="8354875"/>
            <a:ext cx="5838000" cy="633000"/>
          </a:xfrm>
          <a:prstGeom prst="roundRect">
            <a:avLst>
              <a:gd fmla="val 16667" name="adj"/>
            </a:avLst>
          </a:prstGeom>
          <a:solidFill>
            <a:schemeClr val="lt2"/>
          </a:solid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Clr>
                <a:srgbClr val="4196C9"/>
              </a:buClr>
              <a:buSzPts val="1800"/>
              <a:buFont typeface="Arial"/>
              <a:buNone/>
            </a:pPr>
            <a:r>
              <a:rPr b="1" lang="en-US" sz="1700">
                <a:solidFill>
                  <a:srgbClr val="4196C9"/>
                </a:solidFill>
              </a:rPr>
              <a:t>Figura 2. </a:t>
            </a:r>
            <a:r>
              <a:rPr lang="en-US" sz="1700">
                <a:solidFill>
                  <a:schemeClr val="dk1"/>
                </a:solidFill>
              </a:rPr>
              <a:t>Volcano plot del análisis de expresión diferencial Obeso1 vs Normopeso</a:t>
            </a:r>
            <a:endParaRPr/>
          </a:p>
        </p:txBody>
      </p:sp>
      <p:pic>
        <p:nvPicPr>
          <p:cNvPr id="110" name="Google Shape;110;p1" title="Heatmap_top10genes_Obeso_vs_Normopeso.png"/>
          <p:cNvPicPr preferRelativeResize="0"/>
          <p:nvPr/>
        </p:nvPicPr>
        <p:blipFill rotWithShape="1">
          <a:blip r:embed="rId5">
            <a:alphaModFix/>
          </a:blip>
          <a:srcRect b="0" l="0" r="0" t="4342"/>
          <a:stretch/>
        </p:blipFill>
        <p:spPr>
          <a:xfrm>
            <a:off x="691425" y="13156725"/>
            <a:ext cx="7026396" cy="4033225"/>
          </a:xfrm>
          <a:prstGeom prst="rect">
            <a:avLst/>
          </a:prstGeom>
          <a:noFill/>
          <a:ln>
            <a:noFill/>
          </a:ln>
        </p:spPr>
      </p:pic>
      <p:pic>
        <p:nvPicPr>
          <p:cNvPr id="111" name="Google Shape;111;p1" title="Volcano_Plot_Obeso_vs_Normopeso.png"/>
          <p:cNvPicPr preferRelativeResize="0"/>
          <p:nvPr/>
        </p:nvPicPr>
        <p:blipFill rotWithShape="1">
          <a:blip r:embed="rId6">
            <a:alphaModFix/>
          </a:blip>
          <a:srcRect b="0" l="0" r="0" t="3558"/>
          <a:stretch/>
        </p:blipFill>
        <p:spPr>
          <a:xfrm>
            <a:off x="8710805" y="8988525"/>
            <a:ext cx="5954646" cy="8201426"/>
          </a:xfrm>
          <a:prstGeom prst="rect">
            <a:avLst/>
          </a:prstGeom>
          <a:noFill/>
          <a:ln>
            <a:noFill/>
          </a:ln>
        </p:spPr>
      </p:pic>
      <p:pic>
        <p:nvPicPr>
          <p:cNvPr id="112" name="Google Shape;112;p1" title="PCA2_vsd_normalizado.png"/>
          <p:cNvPicPr preferRelativeResize="0"/>
          <p:nvPr/>
        </p:nvPicPr>
        <p:blipFill rotWithShape="1">
          <a:blip r:embed="rId7">
            <a:alphaModFix/>
          </a:blip>
          <a:srcRect b="0" l="0" r="0" t="5042"/>
          <a:stretch/>
        </p:blipFill>
        <p:spPr>
          <a:xfrm>
            <a:off x="930250" y="9042150"/>
            <a:ext cx="6191729" cy="3528299"/>
          </a:xfrm>
          <a:prstGeom prst="rect">
            <a:avLst/>
          </a:prstGeom>
          <a:noFill/>
          <a:ln>
            <a:noFill/>
          </a:ln>
        </p:spPr>
      </p:pic>
      <p:sp>
        <p:nvSpPr>
          <p:cNvPr id="113" name="Google Shape;113;p1"/>
          <p:cNvSpPr txBox="1"/>
          <p:nvPr/>
        </p:nvSpPr>
        <p:spPr>
          <a:xfrm>
            <a:off x="7284550" y="3172388"/>
            <a:ext cx="7156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t>Repositorio: </a:t>
            </a:r>
            <a:r>
              <a:rPr lang="en-US" sz="1600" u="sng">
                <a:solidFill>
                  <a:schemeClr val="hlink"/>
                </a:solidFill>
                <a:hlinkClick r:id="rId8"/>
              </a:rPr>
              <a:t>https://github.com/al3msvll/obesity_RNA_seq_omics/tree/main</a:t>
            </a:r>
            <a:r>
              <a:rPr lang="en-US" sz="1600"/>
              <a:t> </a:t>
            </a:r>
            <a:endParaRPr sz="1600"/>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Tema d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2025-04-21T10:03:24Z</dcterms:created>
  <dc:creator>Victor  de la O Pascual</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0x010100DF3D7C797EA12745A270EF30E38719B9</vt:lpwstr>
  </property>
  <property fmtid="{D5CDD505-2E9C-101B-9397-08002B2CF9AE}" pid="3" name="MediaServiceImageTags">
    <vt:lpwstr/>
  </property>
</Properties>
</file>