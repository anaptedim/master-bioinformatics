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</p:sldIdLst>
  <p:sldSz cy="21383625" cx="15119350"/>
  <p:notesSz cx="6858000" cy="9144000"/>
  <p:embeddedFontLst>
    <p:embeddedFont>
      <p:font typeface="Play"/>
      <p:regular r:id="rId6"/>
      <p:bold r:id="rId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8" roundtripDataSignature="AMtx7miQ8Mi7B7yNFXjbc7P5MoWBnHO63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font" Target="fonts/Play-regular.fntdata"/><Relationship Id="rId7" Type="http://schemas.openxmlformats.org/officeDocument/2006/relationships/font" Target="fonts/Play-bold.fntdata"/><Relationship Id="rId8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"/>
          <p:cNvSpPr txBox="1"/>
          <p:nvPr>
            <p:ph type="ctrTitle"/>
          </p:nvPr>
        </p:nvSpPr>
        <p:spPr>
          <a:xfrm>
            <a:off x="1133951" y="3499590"/>
            <a:ext cx="12851448" cy="744466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21"/>
              <a:buFont typeface="Play"/>
              <a:buNone/>
              <a:defRPr sz="992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5"/>
          <p:cNvSpPr txBox="1"/>
          <p:nvPr>
            <p:ph idx="1" type="subTitle"/>
          </p:nvPr>
        </p:nvSpPr>
        <p:spPr>
          <a:xfrm>
            <a:off x="1889919" y="11231355"/>
            <a:ext cx="11339513" cy="51627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654"/>
              </a:spcBef>
              <a:spcAft>
                <a:spcPts val="0"/>
              </a:spcAft>
              <a:buClr>
                <a:schemeClr val="dk1"/>
              </a:buClr>
              <a:buSzPts val="3968"/>
              <a:buNone/>
              <a:defRPr sz="3968"/>
            </a:lvl1pPr>
            <a:lvl2pPr lvl="1" algn="ctr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3307"/>
              <a:buNone/>
              <a:defRPr sz="3307"/>
            </a:lvl2pPr>
            <a:lvl3pPr lvl="2" algn="ctr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2976"/>
              <a:buNone/>
              <a:defRPr sz="2976"/>
            </a:lvl3pPr>
            <a:lvl4pPr lvl="3" algn="ctr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2646"/>
              <a:buNone/>
              <a:defRPr sz="2646"/>
            </a:lvl4pPr>
            <a:lvl5pPr lvl="4" algn="ctr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2646"/>
              <a:buNone/>
              <a:defRPr sz="2646"/>
            </a:lvl5pPr>
            <a:lvl6pPr lvl="5" algn="ctr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2646"/>
              <a:buNone/>
              <a:defRPr sz="2646"/>
            </a:lvl6pPr>
            <a:lvl7pPr lvl="6" algn="ctr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2646"/>
              <a:buNone/>
              <a:defRPr sz="2646"/>
            </a:lvl7pPr>
            <a:lvl8pPr lvl="7" algn="ctr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2646"/>
              <a:buNone/>
              <a:defRPr sz="2646"/>
            </a:lvl8pPr>
            <a:lvl9pPr lvl="8" algn="ctr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2646"/>
              <a:buNone/>
              <a:defRPr sz="2646"/>
            </a:lvl9pPr>
          </a:lstStyle>
          <a:p/>
        </p:txBody>
      </p:sp>
      <p:sp>
        <p:nvSpPr>
          <p:cNvPr id="14" name="Google Shape;14;p5"/>
          <p:cNvSpPr txBox="1"/>
          <p:nvPr>
            <p:ph idx="10" type="dt"/>
          </p:nvPr>
        </p:nvSpPr>
        <p:spPr>
          <a:xfrm>
            <a:off x="1039455" y="19819457"/>
            <a:ext cx="3401854" cy="11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5"/>
          <p:cNvSpPr txBox="1"/>
          <p:nvPr>
            <p:ph idx="11" type="ftr"/>
          </p:nvPr>
        </p:nvSpPr>
        <p:spPr>
          <a:xfrm>
            <a:off x="5008285" y="19819457"/>
            <a:ext cx="5102781" cy="11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5"/>
          <p:cNvSpPr txBox="1"/>
          <p:nvPr>
            <p:ph idx="12" type="sldNum"/>
          </p:nvPr>
        </p:nvSpPr>
        <p:spPr>
          <a:xfrm>
            <a:off x="10678041" y="19819457"/>
            <a:ext cx="3401854" cy="11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6"/>
          <p:cNvSpPr txBox="1"/>
          <p:nvPr>
            <p:ph type="title"/>
          </p:nvPr>
        </p:nvSpPr>
        <p:spPr>
          <a:xfrm>
            <a:off x="1039456" y="1138485"/>
            <a:ext cx="13040439" cy="41331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6"/>
          <p:cNvSpPr txBox="1"/>
          <p:nvPr>
            <p:ph idx="1" type="body"/>
          </p:nvPr>
        </p:nvSpPr>
        <p:spPr>
          <a:xfrm>
            <a:off x="1039456" y="5692400"/>
            <a:ext cx="13040439" cy="135677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6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6"/>
          <p:cNvSpPr txBox="1"/>
          <p:nvPr>
            <p:ph idx="10" type="dt"/>
          </p:nvPr>
        </p:nvSpPr>
        <p:spPr>
          <a:xfrm>
            <a:off x="1039455" y="19819457"/>
            <a:ext cx="3401854" cy="11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6"/>
          <p:cNvSpPr txBox="1"/>
          <p:nvPr>
            <p:ph idx="11" type="ftr"/>
          </p:nvPr>
        </p:nvSpPr>
        <p:spPr>
          <a:xfrm>
            <a:off x="5008285" y="19819457"/>
            <a:ext cx="5102781" cy="11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6"/>
          <p:cNvSpPr txBox="1"/>
          <p:nvPr>
            <p:ph idx="12" type="sldNum"/>
          </p:nvPr>
        </p:nvSpPr>
        <p:spPr>
          <a:xfrm>
            <a:off x="10678041" y="19819457"/>
            <a:ext cx="3401854" cy="11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"/>
          <p:cNvSpPr txBox="1"/>
          <p:nvPr>
            <p:ph type="title"/>
          </p:nvPr>
        </p:nvSpPr>
        <p:spPr>
          <a:xfrm>
            <a:off x="1031582" y="5331063"/>
            <a:ext cx="13040439" cy="889499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21"/>
              <a:buFont typeface="Play"/>
              <a:buNone/>
              <a:defRPr sz="992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7"/>
          <p:cNvSpPr txBox="1"/>
          <p:nvPr>
            <p:ph idx="1" type="body"/>
          </p:nvPr>
        </p:nvSpPr>
        <p:spPr>
          <a:xfrm>
            <a:off x="1031582" y="14310205"/>
            <a:ext cx="13040439" cy="46776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654"/>
              </a:spcBef>
              <a:spcAft>
                <a:spcPts val="0"/>
              </a:spcAft>
              <a:buClr>
                <a:srgbClr val="757575"/>
              </a:buClr>
              <a:buSzPts val="3968"/>
              <a:buNone/>
              <a:defRPr sz="3968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rgbClr val="757575"/>
              </a:buClr>
              <a:buSzPts val="3307"/>
              <a:buNone/>
              <a:defRPr sz="3307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rgbClr val="757575"/>
              </a:buClr>
              <a:buSzPts val="2976"/>
              <a:buNone/>
              <a:defRPr sz="2976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rgbClr val="757575"/>
              </a:buClr>
              <a:buSzPts val="2646"/>
              <a:buNone/>
              <a:defRPr sz="2646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rgbClr val="757575"/>
              </a:buClr>
              <a:buSzPts val="2646"/>
              <a:buNone/>
              <a:defRPr sz="2646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rgbClr val="757575"/>
              </a:buClr>
              <a:buSzPts val="2646"/>
              <a:buNone/>
              <a:defRPr sz="2646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rgbClr val="757575"/>
              </a:buClr>
              <a:buSzPts val="2646"/>
              <a:buNone/>
              <a:defRPr sz="2646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rgbClr val="757575"/>
              </a:buClr>
              <a:buSzPts val="2646"/>
              <a:buNone/>
              <a:defRPr sz="2646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rgbClr val="757575"/>
              </a:buClr>
              <a:buSzPts val="2646"/>
              <a:buNone/>
              <a:defRPr sz="2646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6" name="Google Shape;26;p7"/>
          <p:cNvSpPr txBox="1"/>
          <p:nvPr>
            <p:ph idx="10" type="dt"/>
          </p:nvPr>
        </p:nvSpPr>
        <p:spPr>
          <a:xfrm>
            <a:off x="1039455" y="19819457"/>
            <a:ext cx="3401854" cy="11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7"/>
          <p:cNvSpPr txBox="1"/>
          <p:nvPr>
            <p:ph idx="11" type="ftr"/>
          </p:nvPr>
        </p:nvSpPr>
        <p:spPr>
          <a:xfrm>
            <a:off x="5008285" y="19819457"/>
            <a:ext cx="5102781" cy="11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7"/>
          <p:cNvSpPr txBox="1"/>
          <p:nvPr>
            <p:ph idx="12" type="sldNum"/>
          </p:nvPr>
        </p:nvSpPr>
        <p:spPr>
          <a:xfrm>
            <a:off x="10678041" y="19819457"/>
            <a:ext cx="3401854" cy="11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/>
          <p:nvPr>
            <p:ph type="title"/>
          </p:nvPr>
        </p:nvSpPr>
        <p:spPr>
          <a:xfrm>
            <a:off x="1039456" y="1138485"/>
            <a:ext cx="13040439" cy="41331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8"/>
          <p:cNvSpPr txBox="1"/>
          <p:nvPr>
            <p:ph idx="1" type="body"/>
          </p:nvPr>
        </p:nvSpPr>
        <p:spPr>
          <a:xfrm>
            <a:off x="1039455" y="5692400"/>
            <a:ext cx="6425724" cy="135677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6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8"/>
          <p:cNvSpPr txBox="1"/>
          <p:nvPr>
            <p:ph idx="2" type="body"/>
          </p:nvPr>
        </p:nvSpPr>
        <p:spPr>
          <a:xfrm>
            <a:off x="7654171" y="5692400"/>
            <a:ext cx="6425724" cy="135677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6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8"/>
          <p:cNvSpPr txBox="1"/>
          <p:nvPr>
            <p:ph idx="10" type="dt"/>
          </p:nvPr>
        </p:nvSpPr>
        <p:spPr>
          <a:xfrm>
            <a:off x="1039455" y="19819457"/>
            <a:ext cx="3401854" cy="11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8"/>
          <p:cNvSpPr txBox="1"/>
          <p:nvPr>
            <p:ph idx="11" type="ftr"/>
          </p:nvPr>
        </p:nvSpPr>
        <p:spPr>
          <a:xfrm>
            <a:off x="5008285" y="19819457"/>
            <a:ext cx="5102781" cy="11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10678041" y="19819457"/>
            <a:ext cx="3401854" cy="11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 txBox="1"/>
          <p:nvPr>
            <p:ph type="title"/>
          </p:nvPr>
        </p:nvSpPr>
        <p:spPr>
          <a:xfrm>
            <a:off x="1041425" y="1138485"/>
            <a:ext cx="13040439" cy="41331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9"/>
          <p:cNvSpPr txBox="1"/>
          <p:nvPr>
            <p:ph idx="1" type="body"/>
          </p:nvPr>
        </p:nvSpPr>
        <p:spPr>
          <a:xfrm>
            <a:off x="1041426" y="5241960"/>
            <a:ext cx="6396193" cy="25690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654"/>
              </a:spcBef>
              <a:spcAft>
                <a:spcPts val="0"/>
              </a:spcAft>
              <a:buClr>
                <a:schemeClr val="dk1"/>
              </a:buClr>
              <a:buSzPts val="3968"/>
              <a:buNone/>
              <a:defRPr b="1" sz="3968"/>
            </a:lvl1pPr>
            <a:lvl2pPr indent="-228600" lvl="1" marL="9144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3307"/>
              <a:buNone/>
              <a:defRPr b="1" sz="3307"/>
            </a:lvl2pPr>
            <a:lvl3pPr indent="-228600" lvl="2" marL="13716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2976"/>
              <a:buNone/>
              <a:defRPr b="1" sz="2976"/>
            </a:lvl3pPr>
            <a:lvl4pPr indent="-228600" lvl="3" marL="18288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2646"/>
              <a:buNone/>
              <a:defRPr b="1" sz="2646"/>
            </a:lvl4pPr>
            <a:lvl5pPr indent="-228600" lvl="4" marL="22860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2646"/>
              <a:buNone/>
              <a:defRPr b="1" sz="2646"/>
            </a:lvl5pPr>
            <a:lvl6pPr indent="-228600" lvl="5" marL="27432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2646"/>
              <a:buNone/>
              <a:defRPr b="1" sz="2646"/>
            </a:lvl6pPr>
            <a:lvl7pPr indent="-228600" lvl="6" marL="32004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2646"/>
              <a:buNone/>
              <a:defRPr b="1" sz="2646"/>
            </a:lvl7pPr>
            <a:lvl8pPr indent="-228600" lvl="7" marL="36576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2646"/>
              <a:buNone/>
              <a:defRPr b="1" sz="2646"/>
            </a:lvl8pPr>
            <a:lvl9pPr indent="-228600" lvl="8" marL="41148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2646"/>
              <a:buNone/>
              <a:defRPr b="1" sz="2646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1041426" y="7810963"/>
            <a:ext cx="6396193" cy="11488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6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3" type="body"/>
          </p:nvPr>
        </p:nvSpPr>
        <p:spPr>
          <a:xfrm>
            <a:off x="7654172" y="5241960"/>
            <a:ext cx="6427693" cy="25690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654"/>
              </a:spcBef>
              <a:spcAft>
                <a:spcPts val="0"/>
              </a:spcAft>
              <a:buClr>
                <a:schemeClr val="dk1"/>
              </a:buClr>
              <a:buSzPts val="3968"/>
              <a:buNone/>
              <a:defRPr b="1" sz="3968"/>
            </a:lvl1pPr>
            <a:lvl2pPr indent="-228600" lvl="1" marL="9144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3307"/>
              <a:buNone/>
              <a:defRPr b="1" sz="3307"/>
            </a:lvl2pPr>
            <a:lvl3pPr indent="-228600" lvl="2" marL="13716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2976"/>
              <a:buNone/>
              <a:defRPr b="1" sz="2976"/>
            </a:lvl3pPr>
            <a:lvl4pPr indent="-228600" lvl="3" marL="18288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2646"/>
              <a:buNone/>
              <a:defRPr b="1" sz="2646"/>
            </a:lvl4pPr>
            <a:lvl5pPr indent="-228600" lvl="4" marL="22860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2646"/>
              <a:buNone/>
              <a:defRPr b="1" sz="2646"/>
            </a:lvl5pPr>
            <a:lvl6pPr indent="-228600" lvl="5" marL="27432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2646"/>
              <a:buNone/>
              <a:defRPr b="1" sz="2646"/>
            </a:lvl6pPr>
            <a:lvl7pPr indent="-228600" lvl="6" marL="32004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2646"/>
              <a:buNone/>
              <a:defRPr b="1" sz="2646"/>
            </a:lvl7pPr>
            <a:lvl8pPr indent="-228600" lvl="7" marL="36576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2646"/>
              <a:buNone/>
              <a:defRPr b="1" sz="2646"/>
            </a:lvl8pPr>
            <a:lvl9pPr indent="-228600" lvl="8" marL="41148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2646"/>
              <a:buNone/>
              <a:defRPr b="1" sz="2646"/>
            </a:lvl9pPr>
          </a:lstStyle>
          <a:p/>
        </p:txBody>
      </p:sp>
      <p:sp>
        <p:nvSpPr>
          <p:cNvPr id="41" name="Google Shape;41;p9"/>
          <p:cNvSpPr txBox="1"/>
          <p:nvPr>
            <p:ph idx="4" type="body"/>
          </p:nvPr>
        </p:nvSpPr>
        <p:spPr>
          <a:xfrm>
            <a:off x="7654172" y="7810963"/>
            <a:ext cx="6427693" cy="11488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6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9"/>
          <p:cNvSpPr txBox="1"/>
          <p:nvPr>
            <p:ph idx="10" type="dt"/>
          </p:nvPr>
        </p:nvSpPr>
        <p:spPr>
          <a:xfrm>
            <a:off x="1039455" y="19819457"/>
            <a:ext cx="3401854" cy="11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9"/>
          <p:cNvSpPr txBox="1"/>
          <p:nvPr>
            <p:ph idx="11" type="ftr"/>
          </p:nvPr>
        </p:nvSpPr>
        <p:spPr>
          <a:xfrm>
            <a:off x="5008285" y="19819457"/>
            <a:ext cx="5102781" cy="11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10678041" y="19819457"/>
            <a:ext cx="3401854" cy="11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type="title"/>
          </p:nvPr>
        </p:nvSpPr>
        <p:spPr>
          <a:xfrm>
            <a:off x="1039456" y="1138485"/>
            <a:ext cx="13040439" cy="41331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0" type="dt"/>
          </p:nvPr>
        </p:nvSpPr>
        <p:spPr>
          <a:xfrm>
            <a:off x="1039455" y="19819457"/>
            <a:ext cx="3401854" cy="11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0"/>
          <p:cNvSpPr txBox="1"/>
          <p:nvPr>
            <p:ph idx="11" type="ftr"/>
          </p:nvPr>
        </p:nvSpPr>
        <p:spPr>
          <a:xfrm>
            <a:off x="5008285" y="19819457"/>
            <a:ext cx="5102781" cy="11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0"/>
          <p:cNvSpPr txBox="1"/>
          <p:nvPr>
            <p:ph idx="12" type="sldNum"/>
          </p:nvPr>
        </p:nvSpPr>
        <p:spPr>
          <a:xfrm>
            <a:off x="10678041" y="19819457"/>
            <a:ext cx="3401854" cy="11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1"/>
          <p:cNvSpPr txBox="1"/>
          <p:nvPr>
            <p:ph idx="10" type="dt"/>
          </p:nvPr>
        </p:nvSpPr>
        <p:spPr>
          <a:xfrm>
            <a:off x="1039455" y="19819457"/>
            <a:ext cx="3401854" cy="11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1" type="ftr"/>
          </p:nvPr>
        </p:nvSpPr>
        <p:spPr>
          <a:xfrm>
            <a:off x="5008285" y="19819457"/>
            <a:ext cx="5102781" cy="11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1"/>
          <p:cNvSpPr txBox="1"/>
          <p:nvPr>
            <p:ph idx="12" type="sldNum"/>
          </p:nvPr>
        </p:nvSpPr>
        <p:spPr>
          <a:xfrm>
            <a:off x="10678041" y="19819457"/>
            <a:ext cx="3401854" cy="11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2"/>
          <p:cNvSpPr txBox="1"/>
          <p:nvPr>
            <p:ph type="title"/>
          </p:nvPr>
        </p:nvSpPr>
        <p:spPr>
          <a:xfrm>
            <a:off x="1041425" y="1425575"/>
            <a:ext cx="4876384" cy="49895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91"/>
              <a:buFont typeface="Play"/>
              <a:buNone/>
              <a:defRPr sz="529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2"/>
          <p:cNvSpPr txBox="1"/>
          <p:nvPr>
            <p:ph idx="1" type="body"/>
          </p:nvPr>
        </p:nvSpPr>
        <p:spPr>
          <a:xfrm>
            <a:off x="6427693" y="3078850"/>
            <a:ext cx="7654171" cy="151962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564578" lvl="0" marL="457200" algn="l">
              <a:lnSpc>
                <a:spcPct val="90000"/>
              </a:lnSpc>
              <a:spcBef>
                <a:spcPts val="1654"/>
              </a:spcBef>
              <a:spcAft>
                <a:spcPts val="0"/>
              </a:spcAft>
              <a:buClr>
                <a:schemeClr val="dk1"/>
              </a:buClr>
              <a:buSzPts val="5291"/>
              <a:buChar char="•"/>
              <a:defRPr sz="5291"/>
            </a:lvl1pPr>
            <a:lvl2pPr indent="-522605" lvl="1" marL="9144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4630"/>
              <a:buChar char="•"/>
              <a:defRPr sz="4630"/>
            </a:lvl2pPr>
            <a:lvl3pPr indent="-480567" lvl="2" marL="13716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3968"/>
              <a:buChar char="•"/>
              <a:defRPr sz="3968"/>
            </a:lvl3pPr>
            <a:lvl4pPr indent="-438594" lvl="3" marL="18288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3307"/>
              <a:buChar char="•"/>
              <a:defRPr sz="3307"/>
            </a:lvl4pPr>
            <a:lvl5pPr indent="-438594" lvl="4" marL="22860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3307"/>
              <a:buChar char="•"/>
              <a:defRPr sz="3307"/>
            </a:lvl5pPr>
            <a:lvl6pPr indent="-438594" lvl="5" marL="27432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3307"/>
              <a:buChar char="•"/>
              <a:defRPr sz="3307"/>
            </a:lvl6pPr>
            <a:lvl7pPr indent="-438594" lvl="6" marL="32004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3307"/>
              <a:buChar char="•"/>
              <a:defRPr sz="3307"/>
            </a:lvl7pPr>
            <a:lvl8pPr indent="-438594" lvl="7" marL="36576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3307"/>
              <a:buChar char="•"/>
              <a:defRPr sz="3307"/>
            </a:lvl8pPr>
            <a:lvl9pPr indent="-438594" lvl="8" marL="41148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3307"/>
              <a:buChar char="•"/>
              <a:defRPr sz="3307"/>
            </a:lvl9pPr>
          </a:lstStyle>
          <a:p/>
        </p:txBody>
      </p:sp>
      <p:sp>
        <p:nvSpPr>
          <p:cNvPr id="57" name="Google Shape;57;p12"/>
          <p:cNvSpPr txBox="1"/>
          <p:nvPr>
            <p:ph idx="2" type="body"/>
          </p:nvPr>
        </p:nvSpPr>
        <p:spPr>
          <a:xfrm>
            <a:off x="1041425" y="6415088"/>
            <a:ext cx="4876384" cy="118847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654"/>
              </a:spcBef>
              <a:spcAft>
                <a:spcPts val="0"/>
              </a:spcAft>
              <a:buClr>
                <a:schemeClr val="dk1"/>
              </a:buClr>
              <a:buSzPts val="2646"/>
              <a:buNone/>
              <a:defRPr sz="2646"/>
            </a:lvl1pPr>
            <a:lvl2pPr indent="-228600" lvl="1" marL="9144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2315"/>
              <a:buNone/>
              <a:defRPr sz="2315"/>
            </a:lvl2pPr>
            <a:lvl3pPr indent="-228600" lvl="2" marL="13716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984"/>
              <a:buNone/>
              <a:defRPr sz="1984"/>
            </a:lvl3pPr>
            <a:lvl4pPr indent="-228600" lvl="3" marL="18288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654"/>
              <a:buNone/>
              <a:defRPr sz="1654"/>
            </a:lvl4pPr>
            <a:lvl5pPr indent="-228600" lvl="4" marL="22860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654"/>
              <a:buNone/>
              <a:defRPr sz="1654"/>
            </a:lvl5pPr>
            <a:lvl6pPr indent="-228600" lvl="5" marL="27432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654"/>
              <a:buNone/>
              <a:defRPr sz="1654"/>
            </a:lvl6pPr>
            <a:lvl7pPr indent="-228600" lvl="6" marL="32004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654"/>
              <a:buNone/>
              <a:defRPr sz="1654"/>
            </a:lvl7pPr>
            <a:lvl8pPr indent="-228600" lvl="7" marL="36576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654"/>
              <a:buNone/>
              <a:defRPr sz="1654"/>
            </a:lvl8pPr>
            <a:lvl9pPr indent="-228600" lvl="8" marL="41148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654"/>
              <a:buNone/>
              <a:defRPr sz="1654"/>
            </a:lvl9pPr>
          </a:lstStyle>
          <a:p/>
        </p:txBody>
      </p:sp>
      <p:sp>
        <p:nvSpPr>
          <p:cNvPr id="58" name="Google Shape;58;p12"/>
          <p:cNvSpPr txBox="1"/>
          <p:nvPr>
            <p:ph idx="10" type="dt"/>
          </p:nvPr>
        </p:nvSpPr>
        <p:spPr>
          <a:xfrm>
            <a:off x="1039455" y="19819457"/>
            <a:ext cx="3401854" cy="11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2"/>
          <p:cNvSpPr txBox="1"/>
          <p:nvPr>
            <p:ph idx="11" type="ftr"/>
          </p:nvPr>
        </p:nvSpPr>
        <p:spPr>
          <a:xfrm>
            <a:off x="5008285" y="19819457"/>
            <a:ext cx="5102781" cy="11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2"/>
          <p:cNvSpPr txBox="1"/>
          <p:nvPr>
            <p:ph idx="12" type="sldNum"/>
          </p:nvPr>
        </p:nvSpPr>
        <p:spPr>
          <a:xfrm>
            <a:off x="10678041" y="19819457"/>
            <a:ext cx="3401854" cy="11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title"/>
          </p:nvPr>
        </p:nvSpPr>
        <p:spPr>
          <a:xfrm>
            <a:off x="1041425" y="1425575"/>
            <a:ext cx="4876384" cy="49895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91"/>
              <a:buFont typeface="Play"/>
              <a:buNone/>
              <a:defRPr sz="529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3"/>
          <p:cNvSpPr/>
          <p:nvPr>
            <p:ph idx="2" type="pic"/>
          </p:nvPr>
        </p:nvSpPr>
        <p:spPr>
          <a:xfrm>
            <a:off x="6427693" y="3078850"/>
            <a:ext cx="7654171" cy="15196234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3"/>
          <p:cNvSpPr txBox="1"/>
          <p:nvPr>
            <p:ph idx="1" type="body"/>
          </p:nvPr>
        </p:nvSpPr>
        <p:spPr>
          <a:xfrm>
            <a:off x="1041425" y="6415088"/>
            <a:ext cx="4876384" cy="118847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654"/>
              </a:spcBef>
              <a:spcAft>
                <a:spcPts val="0"/>
              </a:spcAft>
              <a:buClr>
                <a:schemeClr val="dk1"/>
              </a:buClr>
              <a:buSzPts val="2646"/>
              <a:buNone/>
              <a:defRPr sz="2646"/>
            </a:lvl1pPr>
            <a:lvl2pPr indent="-228600" lvl="1" marL="9144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2315"/>
              <a:buNone/>
              <a:defRPr sz="2315"/>
            </a:lvl2pPr>
            <a:lvl3pPr indent="-228600" lvl="2" marL="13716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984"/>
              <a:buNone/>
              <a:defRPr sz="1984"/>
            </a:lvl3pPr>
            <a:lvl4pPr indent="-228600" lvl="3" marL="18288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654"/>
              <a:buNone/>
              <a:defRPr sz="1654"/>
            </a:lvl4pPr>
            <a:lvl5pPr indent="-228600" lvl="4" marL="22860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654"/>
              <a:buNone/>
              <a:defRPr sz="1654"/>
            </a:lvl5pPr>
            <a:lvl6pPr indent="-228600" lvl="5" marL="27432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654"/>
              <a:buNone/>
              <a:defRPr sz="1654"/>
            </a:lvl6pPr>
            <a:lvl7pPr indent="-228600" lvl="6" marL="32004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654"/>
              <a:buNone/>
              <a:defRPr sz="1654"/>
            </a:lvl7pPr>
            <a:lvl8pPr indent="-228600" lvl="7" marL="36576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654"/>
              <a:buNone/>
              <a:defRPr sz="1654"/>
            </a:lvl8pPr>
            <a:lvl9pPr indent="-228600" lvl="8" marL="41148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654"/>
              <a:buNone/>
              <a:defRPr sz="1654"/>
            </a:lvl9pPr>
          </a:lstStyle>
          <a:p/>
        </p:txBody>
      </p:sp>
      <p:sp>
        <p:nvSpPr>
          <p:cNvPr id="65" name="Google Shape;65;p13"/>
          <p:cNvSpPr txBox="1"/>
          <p:nvPr>
            <p:ph idx="10" type="dt"/>
          </p:nvPr>
        </p:nvSpPr>
        <p:spPr>
          <a:xfrm>
            <a:off x="1039455" y="19819457"/>
            <a:ext cx="3401854" cy="11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3"/>
          <p:cNvSpPr txBox="1"/>
          <p:nvPr>
            <p:ph idx="11" type="ftr"/>
          </p:nvPr>
        </p:nvSpPr>
        <p:spPr>
          <a:xfrm>
            <a:off x="5008285" y="19819457"/>
            <a:ext cx="5102781" cy="11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3"/>
          <p:cNvSpPr txBox="1"/>
          <p:nvPr>
            <p:ph idx="12" type="sldNum"/>
          </p:nvPr>
        </p:nvSpPr>
        <p:spPr>
          <a:xfrm>
            <a:off x="10678041" y="19819457"/>
            <a:ext cx="3401854" cy="11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>
            <p:ph type="title"/>
          </p:nvPr>
        </p:nvSpPr>
        <p:spPr>
          <a:xfrm>
            <a:off x="1039456" y="1138485"/>
            <a:ext cx="13040439" cy="41331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4"/>
          <p:cNvSpPr txBox="1"/>
          <p:nvPr>
            <p:ph idx="1" type="body"/>
          </p:nvPr>
        </p:nvSpPr>
        <p:spPr>
          <a:xfrm rot="5400000">
            <a:off x="775818" y="5956038"/>
            <a:ext cx="13567714" cy="13040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6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4"/>
          <p:cNvSpPr txBox="1"/>
          <p:nvPr>
            <p:ph idx="10" type="dt"/>
          </p:nvPr>
        </p:nvSpPr>
        <p:spPr>
          <a:xfrm>
            <a:off x="1039455" y="19819457"/>
            <a:ext cx="3401854" cy="11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4"/>
          <p:cNvSpPr txBox="1"/>
          <p:nvPr>
            <p:ph idx="11" type="ftr"/>
          </p:nvPr>
        </p:nvSpPr>
        <p:spPr>
          <a:xfrm>
            <a:off x="5008285" y="19819457"/>
            <a:ext cx="5102781" cy="11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4"/>
          <p:cNvSpPr txBox="1"/>
          <p:nvPr>
            <p:ph idx="12" type="sldNum"/>
          </p:nvPr>
        </p:nvSpPr>
        <p:spPr>
          <a:xfrm>
            <a:off x="10678041" y="19819457"/>
            <a:ext cx="3401854" cy="11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type="title"/>
          </p:nvPr>
        </p:nvSpPr>
        <p:spPr>
          <a:xfrm rot="5400000">
            <a:off x="3389024" y="8569242"/>
            <a:ext cx="18121634" cy="3260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5"/>
          <p:cNvSpPr txBox="1"/>
          <p:nvPr>
            <p:ph idx="1" type="body"/>
          </p:nvPr>
        </p:nvSpPr>
        <p:spPr>
          <a:xfrm rot="5400000">
            <a:off x="-3225692" y="5403628"/>
            <a:ext cx="18121634" cy="959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6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5"/>
          <p:cNvSpPr txBox="1"/>
          <p:nvPr>
            <p:ph idx="10" type="dt"/>
          </p:nvPr>
        </p:nvSpPr>
        <p:spPr>
          <a:xfrm>
            <a:off x="1039455" y="19819457"/>
            <a:ext cx="3401854" cy="11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5"/>
          <p:cNvSpPr txBox="1"/>
          <p:nvPr>
            <p:ph idx="11" type="ftr"/>
          </p:nvPr>
        </p:nvSpPr>
        <p:spPr>
          <a:xfrm>
            <a:off x="5008285" y="19819457"/>
            <a:ext cx="5102781" cy="11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5"/>
          <p:cNvSpPr txBox="1"/>
          <p:nvPr>
            <p:ph idx="12" type="sldNum"/>
          </p:nvPr>
        </p:nvSpPr>
        <p:spPr>
          <a:xfrm>
            <a:off x="10678041" y="19819457"/>
            <a:ext cx="3401854" cy="11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/>
          <p:nvPr>
            <p:ph type="title"/>
          </p:nvPr>
        </p:nvSpPr>
        <p:spPr>
          <a:xfrm>
            <a:off x="1039456" y="1138485"/>
            <a:ext cx="13040439" cy="41331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75"/>
              <a:buFont typeface="Play"/>
              <a:buNone/>
              <a:defRPr b="0" i="0" sz="7275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4"/>
          <p:cNvSpPr txBox="1"/>
          <p:nvPr>
            <p:ph idx="1" type="body"/>
          </p:nvPr>
        </p:nvSpPr>
        <p:spPr>
          <a:xfrm>
            <a:off x="1039456" y="5692400"/>
            <a:ext cx="13040439" cy="135677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522605" lvl="0" marL="457200" marR="0" rtl="0" algn="l">
              <a:lnSpc>
                <a:spcPct val="90000"/>
              </a:lnSpc>
              <a:spcBef>
                <a:spcPts val="1654"/>
              </a:spcBef>
              <a:spcAft>
                <a:spcPts val="0"/>
              </a:spcAft>
              <a:buClr>
                <a:schemeClr val="dk1"/>
              </a:buClr>
              <a:buSzPts val="4630"/>
              <a:buFont typeface="Arial"/>
              <a:buChar char="•"/>
              <a:defRPr b="0" i="0" sz="463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80568" lvl="1" marL="914400" marR="0" rtl="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3968"/>
              <a:buFont typeface="Arial"/>
              <a:buChar char="•"/>
              <a:defRPr b="0" i="0" sz="396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38594" lvl="2" marL="1371600" marR="0" rtl="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3307"/>
              <a:buFont typeface="Arial"/>
              <a:buChar char="•"/>
              <a:defRPr b="0" i="0" sz="330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417575" lvl="3" marL="1828800" marR="0" rtl="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2976"/>
              <a:buFont typeface="Arial"/>
              <a:buChar char="•"/>
              <a:defRPr b="0" i="0" sz="297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417576" lvl="4" marL="2286000" marR="0" rtl="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2976"/>
              <a:buFont typeface="Arial"/>
              <a:buChar char="•"/>
              <a:defRPr b="0" i="0" sz="297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417576" lvl="5" marL="2743200" marR="0" rtl="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2976"/>
              <a:buFont typeface="Arial"/>
              <a:buChar char="•"/>
              <a:defRPr b="0" i="0" sz="297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417576" lvl="6" marL="3200400" marR="0" rtl="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2976"/>
              <a:buFont typeface="Arial"/>
              <a:buChar char="•"/>
              <a:defRPr b="0" i="0" sz="297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417576" lvl="7" marL="3657600" marR="0" rtl="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2976"/>
              <a:buFont typeface="Arial"/>
              <a:buChar char="•"/>
              <a:defRPr b="0" i="0" sz="297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417576" lvl="8" marL="4114800" marR="0" rtl="0" algn="l">
              <a:lnSpc>
                <a:spcPct val="90000"/>
              </a:lnSpc>
              <a:spcBef>
                <a:spcPts val="827"/>
              </a:spcBef>
              <a:spcAft>
                <a:spcPts val="0"/>
              </a:spcAft>
              <a:buClr>
                <a:schemeClr val="dk1"/>
              </a:buClr>
              <a:buSzPts val="2976"/>
              <a:buFont typeface="Arial"/>
              <a:buChar char="•"/>
              <a:defRPr b="0" i="0" sz="297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4"/>
          <p:cNvSpPr txBox="1"/>
          <p:nvPr>
            <p:ph idx="10" type="dt"/>
          </p:nvPr>
        </p:nvSpPr>
        <p:spPr>
          <a:xfrm>
            <a:off x="1039455" y="19819457"/>
            <a:ext cx="3401854" cy="11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84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4"/>
          <p:cNvSpPr txBox="1"/>
          <p:nvPr>
            <p:ph idx="11" type="ftr"/>
          </p:nvPr>
        </p:nvSpPr>
        <p:spPr>
          <a:xfrm>
            <a:off x="5008285" y="19819457"/>
            <a:ext cx="5102781" cy="11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84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4"/>
          <p:cNvSpPr txBox="1"/>
          <p:nvPr>
            <p:ph idx="12" type="sldNum"/>
          </p:nvPr>
        </p:nvSpPr>
        <p:spPr>
          <a:xfrm>
            <a:off x="10678041" y="19819457"/>
            <a:ext cx="3401854" cy="11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984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984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984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984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984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984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984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984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984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9" Type="http://schemas.openxmlformats.org/officeDocument/2006/relationships/image" Target="../media/image7.png"/><Relationship Id="rId5" Type="http://schemas.openxmlformats.org/officeDocument/2006/relationships/image" Target="../media/image5.png"/><Relationship Id="rId6" Type="http://schemas.openxmlformats.org/officeDocument/2006/relationships/image" Target="../media/image3.png"/><Relationship Id="rId7" Type="http://schemas.openxmlformats.org/officeDocument/2006/relationships/image" Target="../media/image6.png"/><Relationship Id="rId8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lt1"/>
            </a:gs>
            <a:gs pos="14000">
              <a:schemeClr val="lt1"/>
            </a:gs>
            <a:gs pos="99000">
              <a:srgbClr val="59C2E3">
                <a:alpha val="24705"/>
              </a:srgbClr>
            </a:gs>
            <a:gs pos="100000">
              <a:srgbClr val="59C2E3">
                <a:alpha val="24705"/>
              </a:srgbClr>
            </a:gs>
          </a:gsLst>
          <a:lin ang="2700000" scaled="0"/>
        </a:gra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3"/>
          <p:cNvGrpSpPr/>
          <p:nvPr/>
        </p:nvGrpSpPr>
        <p:grpSpPr>
          <a:xfrm>
            <a:off x="225180" y="3484254"/>
            <a:ext cx="14668990" cy="1504934"/>
            <a:chOff x="225180" y="3930299"/>
            <a:chExt cx="14668990" cy="1504934"/>
          </a:xfrm>
        </p:grpSpPr>
        <p:sp>
          <p:nvSpPr>
            <p:cNvPr id="85" name="Google Shape;85;p3"/>
            <p:cNvSpPr/>
            <p:nvPr/>
          </p:nvSpPr>
          <p:spPr>
            <a:xfrm>
              <a:off x="225180" y="4246822"/>
              <a:ext cx="14668990" cy="1188411"/>
            </a:xfrm>
            <a:prstGeom prst="roundRect">
              <a:avLst>
                <a:gd fmla="val 9702" name="adj"/>
              </a:avLst>
            </a:prstGeom>
            <a:solidFill>
              <a:schemeClr val="lt1"/>
            </a:solidFill>
            <a:ln cap="flat" cmpd="sng" w="19050">
              <a:solidFill>
                <a:srgbClr val="D0D0D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360000">
              <a:noAutofit/>
            </a:bodyPr>
            <a:lstStyle/>
            <a:p>
              <a:pPr indent="0" lvl="0" marL="0" marR="0" rtl="0" algn="just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</a:rPr>
                <a:t>La obesidad es un fenotipo complejo y multifactorial. Diversos genes implicados en la regulación del apetito, la señalización neuroendocrina y el balance energético han sido asociados al desarrollo de obesidad, aunque su expresión puede variar entre individuos. </a:t>
              </a:r>
              <a:r>
                <a:rPr b="1" lang="en-US" sz="1800">
                  <a:solidFill>
                    <a:schemeClr val="dk1"/>
                  </a:solidFill>
                </a:rPr>
                <a:t>El objetivo de este estudio fue explorar la variabilidad de la expresión génica asociada a la obesidad mediante técnicas multivariantes.</a:t>
              </a:r>
              <a:endParaRPr b="1" sz="2400" u="none" cap="none" strike="noStrike">
                <a:solidFill>
                  <a:schemeClr val="dk1"/>
                </a:solidFill>
              </a:endParaRPr>
            </a:p>
          </p:txBody>
        </p:sp>
        <p:sp>
          <p:nvSpPr>
            <p:cNvPr id="86" name="Google Shape;86;p3"/>
            <p:cNvSpPr/>
            <p:nvPr/>
          </p:nvSpPr>
          <p:spPr>
            <a:xfrm>
              <a:off x="518258" y="3930299"/>
              <a:ext cx="5838092" cy="633046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59C2E3"/>
                </a:gs>
                <a:gs pos="100000">
                  <a:srgbClr val="4196C9"/>
                </a:gs>
              </a:gsLst>
              <a:lin ang="2700000" scaled="0"/>
            </a:gradFill>
            <a:ln cap="flat" cmpd="sng" w="19050">
              <a:solidFill>
                <a:srgbClr val="08283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INTRODUCCIÓN</a:t>
              </a:r>
              <a:endParaRPr b="1" i="0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7" name="Google Shape;87;p3"/>
          <p:cNvGrpSpPr/>
          <p:nvPr/>
        </p:nvGrpSpPr>
        <p:grpSpPr>
          <a:xfrm>
            <a:off x="207596" y="5169142"/>
            <a:ext cx="14668990" cy="1992925"/>
            <a:chOff x="207596" y="6110487"/>
            <a:chExt cx="14668990" cy="1992925"/>
          </a:xfrm>
        </p:grpSpPr>
        <p:sp>
          <p:nvSpPr>
            <p:cNvPr id="88" name="Google Shape;88;p3"/>
            <p:cNvSpPr/>
            <p:nvPr/>
          </p:nvSpPr>
          <p:spPr>
            <a:xfrm>
              <a:off x="207596" y="6427010"/>
              <a:ext cx="14668990" cy="1676402"/>
            </a:xfrm>
            <a:prstGeom prst="roundRect">
              <a:avLst>
                <a:gd fmla="val 9702" name="adj"/>
              </a:avLst>
            </a:prstGeom>
            <a:solidFill>
              <a:schemeClr val="lt1"/>
            </a:solidFill>
            <a:ln cap="flat" cmpd="sng" w="19050">
              <a:solidFill>
                <a:srgbClr val="D0D0D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360000">
              <a:noAutofit/>
            </a:bodyPr>
            <a:lstStyle/>
            <a:p>
              <a:pPr indent="0" lvl="0" marL="0" marR="0" rtl="0" algn="just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</a:rPr>
                <a:t>Se analizó un conjunto de datos correspondiente a 59 individuos, de la familia Simpson, con información clínica y de expresión de 37 genes relacionados con obesidad. Tras la limpieza de los datos y la eliminación de valores perdidos y genes con varianza nula, se evaluó la normalidad de la expresión génica mediante el test de Shapiro–Wilk. Posteriormente, se realizó un análisis de componentes principales (PCA) con los datos centrados y escalados. Se llevaron a cabo visualizaciones de genes e individuos, análisis de clustering, mapas de calor de correlación Spearman y modelos de regresión logística para explorar asociaciones entre las componentes principales y la obesidad.</a:t>
              </a:r>
              <a:endParaRPr b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p3"/>
            <p:cNvSpPr/>
            <p:nvPr/>
          </p:nvSpPr>
          <p:spPr>
            <a:xfrm>
              <a:off x="500674" y="6110487"/>
              <a:ext cx="5838092" cy="633046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59C2E3"/>
                </a:gs>
                <a:gs pos="100000">
                  <a:srgbClr val="4196C9"/>
                </a:gs>
              </a:gsLst>
              <a:lin ang="2700000" scaled="0"/>
            </a:gradFill>
            <a:ln cap="flat" cmpd="sng" w="19050">
              <a:solidFill>
                <a:srgbClr val="08283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METODOLOGÍA</a:t>
              </a:r>
              <a:endParaRPr/>
            </a:p>
          </p:txBody>
        </p:sp>
      </p:grpSp>
      <p:grpSp>
        <p:nvGrpSpPr>
          <p:cNvPr id="90" name="Google Shape;90;p3"/>
          <p:cNvGrpSpPr/>
          <p:nvPr/>
        </p:nvGrpSpPr>
        <p:grpSpPr>
          <a:xfrm>
            <a:off x="207600" y="7168373"/>
            <a:ext cx="14668990" cy="9977277"/>
            <a:chOff x="225180" y="8290675"/>
            <a:chExt cx="14668990" cy="9782603"/>
          </a:xfrm>
        </p:grpSpPr>
        <p:sp>
          <p:nvSpPr>
            <p:cNvPr id="91" name="Google Shape;91;p3"/>
            <p:cNvSpPr/>
            <p:nvPr/>
          </p:nvSpPr>
          <p:spPr>
            <a:xfrm>
              <a:off x="225180" y="8607196"/>
              <a:ext cx="14668990" cy="9466082"/>
            </a:xfrm>
            <a:prstGeom prst="roundRect">
              <a:avLst>
                <a:gd fmla="val 1988" name="adj"/>
              </a:avLst>
            </a:prstGeom>
            <a:solidFill>
              <a:schemeClr val="lt1"/>
            </a:solidFill>
            <a:ln cap="flat" cmpd="sng" w="19050">
              <a:solidFill>
                <a:srgbClr val="D0D0D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360000">
              <a:noAutofit/>
            </a:bodyPr>
            <a:lstStyle/>
            <a:p>
              <a:pPr indent="0" lvl="0" marL="0" marR="0" rtl="0" algn="just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1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p3"/>
            <p:cNvSpPr/>
            <p:nvPr/>
          </p:nvSpPr>
          <p:spPr>
            <a:xfrm>
              <a:off x="518258" y="8290675"/>
              <a:ext cx="5838092" cy="633046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59C2E3"/>
                </a:gs>
                <a:gs pos="100000">
                  <a:srgbClr val="4196C9"/>
                </a:gs>
              </a:gsLst>
              <a:lin ang="2700000" scaled="0"/>
            </a:gradFill>
            <a:ln cap="flat" cmpd="sng" w="19050">
              <a:solidFill>
                <a:srgbClr val="08283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RESULTADOS</a:t>
              </a:r>
              <a:endParaRPr/>
            </a:p>
          </p:txBody>
        </p:sp>
      </p:grpSp>
      <p:pic>
        <p:nvPicPr>
          <p:cNvPr id="93" name="Google Shape;9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550767" y="-95516"/>
            <a:ext cx="2325820" cy="140089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4" name="Google Shape;94;p3"/>
          <p:cNvGrpSpPr/>
          <p:nvPr/>
        </p:nvGrpSpPr>
        <p:grpSpPr>
          <a:xfrm>
            <a:off x="0" y="-5895"/>
            <a:ext cx="3397496" cy="2303046"/>
            <a:chOff x="0" y="-5895"/>
            <a:chExt cx="4834200" cy="3276938"/>
          </a:xfrm>
        </p:grpSpPr>
        <p:pic>
          <p:nvPicPr>
            <p:cNvPr id="95" name="Google Shape;95;p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-5895"/>
              <a:ext cx="4834200" cy="327693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6" name="Google Shape;96;p3"/>
            <p:cNvSpPr/>
            <p:nvPr/>
          </p:nvSpPr>
          <p:spPr>
            <a:xfrm>
              <a:off x="964642" y="1549130"/>
              <a:ext cx="2257529" cy="671556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7" name="Google Shape;97;p3"/>
          <p:cNvSpPr/>
          <p:nvPr/>
        </p:nvSpPr>
        <p:spPr>
          <a:xfrm>
            <a:off x="677955" y="1320342"/>
            <a:ext cx="13763441" cy="1981203"/>
          </a:xfrm>
          <a:prstGeom prst="roundRect">
            <a:avLst>
              <a:gd fmla="val 9702" name="adj"/>
            </a:avLst>
          </a:prstGeom>
          <a:solidFill>
            <a:srgbClr val="4196C9"/>
          </a:solidFill>
          <a:ln>
            <a:noFill/>
          </a:ln>
        </p:spPr>
        <p:txBody>
          <a:bodyPr anchorCtr="0" anchor="ctr" bIns="45700" lIns="90000" spcFirstLastPara="1" rIns="91425" wrap="square" tIns="46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chemeClr val="lt1"/>
                </a:solidFill>
              </a:rPr>
              <a:t>Análisis de bioestadística aplicada a la expresión génica en Los Simpson</a:t>
            </a:r>
            <a:endParaRPr/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800">
                <a:solidFill>
                  <a:schemeClr val="lt1"/>
                </a:solidFill>
              </a:rPr>
              <a:t>Estadistica y R para Ciencias de la Salud</a:t>
            </a:r>
            <a:endParaRPr b="1" i="1" sz="3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800">
                <a:solidFill>
                  <a:schemeClr val="lt1"/>
                </a:solidFill>
              </a:rPr>
              <a:t>Ainhoa Artetxe, Alba Xiaohe Elias, Alejandra Martin, Alejandro Pascual y Ana Sofia Santos Tedim</a:t>
            </a:r>
            <a:endParaRPr/>
          </a:p>
        </p:txBody>
      </p:sp>
      <p:grpSp>
        <p:nvGrpSpPr>
          <p:cNvPr id="98" name="Google Shape;98;p3"/>
          <p:cNvGrpSpPr/>
          <p:nvPr/>
        </p:nvGrpSpPr>
        <p:grpSpPr>
          <a:xfrm>
            <a:off x="207600" y="17303689"/>
            <a:ext cx="9095700" cy="3844811"/>
            <a:chOff x="225185" y="17303689"/>
            <a:chExt cx="9095700" cy="3844811"/>
          </a:xfrm>
        </p:grpSpPr>
        <p:sp>
          <p:nvSpPr>
            <p:cNvPr id="99" name="Google Shape;99;p3"/>
            <p:cNvSpPr/>
            <p:nvPr/>
          </p:nvSpPr>
          <p:spPr>
            <a:xfrm>
              <a:off x="225185" y="17620200"/>
              <a:ext cx="9095700" cy="3528300"/>
            </a:xfrm>
            <a:prstGeom prst="roundRect">
              <a:avLst>
                <a:gd fmla="val 9702" name="adj"/>
              </a:avLst>
            </a:prstGeom>
            <a:solidFill>
              <a:schemeClr val="lt1"/>
            </a:solidFill>
            <a:ln cap="flat" cmpd="sng" w="19050">
              <a:solidFill>
                <a:srgbClr val="D0D0D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360000">
              <a:noAutofit/>
            </a:bodyPr>
            <a:lstStyle/>
            <a:p>
              <a:pPr indent="0" lvl="0" marL="0" rtl="0" algn="just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SzPts val="1100"/>
                <a:buNone/>
              </a:pPr>
              <a:r>
                <a:rPr lang="en-US" sz="1800"/>
                <a:t>Los análisis multivariantes muestran que la variabilidad de la expresión génica asociada a la obesidad se distribuye entre múltiples componentes, sin un eje dominante. Las componentes principales PC1 y PC2, están influenciadas por genes clave implicados en la regulación del apetito y la señalización neuroendocrina, como por ejemplo </a:t>
              </a:r>
              <a:r>
                <a:rPr i="1" lang="en-US" sz="1800"/>
                <a:t>POMC</a:t>
              </a:r>
              <a:r>
                <a:rPr lang="en-US" sz="1800"/>
                <a:t>, </a:t>
              </a:r>
              <a:r>
                <a:rPr i="1" lang="en-US" sz="1800"/>
                <a:t>LEPR</a:t>
              </a:r>
              <a:r>
                <a:rPr lang="en-US" sz="1800"/>
                <a:t>, </a:t>
              </a:r>
              <a:r>
                <a:rPr i="1" lang="en-US" sz="1800"/>
                <a:t>ADCY3</a:t>
              </a:r>
              <a:r>
                <a:rPr lang="en-US" sz="1800"/>
                <a:t>, </a:t>
              </a:r>
              <a:r>
                <a:rPr i="1" lang="en-US" sz="1800"/>
                <a:t>NTRK2, CADM2 y NRP1</a:t>
              </a:r>
              <a:r>
                <a:rPr lang="en-US" sz="1800"/>
                <a:t>. </a:t>
              </a:r>
              <a:endParaRPr sz="1800"/>
            </a:p>
            <a:p>
              <a:pPr indent="0" lvl="0" marL="0" rtl="0" algn="just">
                <a:lnSpc>
                  <a:spcPct val="80000"/>
                </a:lnSpc>
                <a:spcBef>
                  <a:spcPts val="1000"/>
                </a:spcBef>
                <a:spcAft>
                  <a:spcPts val="0"/>
                </a:spcAft>
                <a:buSzPts val="1100"/>
                <a:buNone/>
              </a:pPr>
              <a:r>
                <a:rPr lang="en-US" sz="1800"/>
                <a:t>El clustering de genes y las correlaciones con las componentes principales sugieren la existencia de módulos transcriptómicos relacionados con procesos biológicos compartidos, como el control de la ingesta de alimentos y el metabolismo energético.</a:t>
              </a:r>
              <a:endParaRPr sz="1800"/>
            </a:p>
            <a:p>
              <a:pPr indent="0" lvl="0" marL="0" rtl="0" algn="just">
                <a:lnSpc>
                  <a:spcPct val="80000"/>
                </a:lnSpc>
                <a:spcBef>
                  <a:spcPts val="1000"/>
                </a:spcBef>
                <a:spcAft>
                  <a:spcPts val="1000"/>
                </a:spcAft>
                <a:buSzPts val="1100"/>
                <a:buNone/>
              </a:pPr>
              <a:r>
                <a:rPr lang="en-US" sz="1800"/>
                <a:t>La proyección de los individuos según el IMC muestra un alto solapamiento entre categorías, lo que indica una marcada heterogeneidad molecular y la ausencia de un perfil transcriptómico único asociado a la obesidad.</a:t>
              </a:r>
              <a:endParaRPr sz="1800"/>
            </a:p>
          </p:txBody>
        </p:sp>
        <p:sp>
          <p:nvSpPr>
            <p:cNvPr id="100" name="Google Shape;100;p3"/>
            <p:cNvSpPr/>
            <p:nvPr/>
          </p:nvSpPr>
          <p:spPr>
            <a:xfrm>
              <a:off x="579708" y="17303689"/>
              <a:ext cx="5838000" cy="633000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59C2E3"/>
                </a:gs>
                <a:gs pos="100000">
                  <a:srgbClr val="4196C9"/>
                </a:gs>
              </a:gsLst>
              <a:lin ang="2700000" scaled="0"/>
            </a:gradFill>
            <a:ln cap="flat" cmpd="sng" w="19050">
              <a:solidFill>
                <a:srgbClr val="08283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DISCUSIÓN</a:t>
              </a:r>
              <a:endParaRPr/>
            </a:p>
          </p:txBody>
        </p:sp>
      </p:grpSp>
      <p:grpSp>
        <p:nvGrpSpPr>
          <p:cNvPr id="101" name="Google Shape;101;p3"/>
          <p:cNvGrpSpPr/>
          <p:nvPr/>
        </p:nvGrpSpPr>
        <p:grpSpPr>
          <a:xfrm>
            <a:off x="9509873" y="17303689"/>
            <a:ext cx="5366712" cy="3844742"/>
            <a:chOff x="7784856" y="17303689"/>
            <a:chExt cx="7109314" cy="3844742"/>
          </a:xfrm>
        </p:grpSpPr>
        <p:sp>
          <p:nvSpPr>
            <p:cNvPr id="102" name="Google Shape;102;p3"/>
            <p:cNvSpPr/>
            <p:nvPr/>
          </p:nvSpPr>
          <p:spPr>
            <a:xfrm>
              <a:off x="7784856" y="17620211"/>
              <a:ext cx="7109314" cy="3528220"/>
            </a:xfrm>
            <a:prstGeom prst="roundRect">
              <a:avLst>
                <a:gd fmla="val 9702" name="adj"/>
              </a:avLst>
            </a:prstGeom>
            <a:solidFill>
              <a:schemeClr val="lt1"/>
            </a:solidFill>
            <a:ln cap="flat" cmpd="sng" w="19050">
              <a:solidFill>
                <a:srgbClr val="D0D0D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360000">
              <a:noAutofit/>
            </a:bodyPr>
            <a:lstStyle/>
            <a:p>
              <a:pPr indent="0" lvl="0" marL="0" marR="0" rtl="0" algn="just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</a:rPr>
                <a:t>El análisis multivariante de la expresión génica permitió identificar patrones globales asociados a procesos biológicos clave en la obesidad, como la regulación del apetito y el metabolismo energético. </a:t>
              </a:r>
              <a:endParaRPr sz="1800">
                <a:solidFill>
                  <a:schemeClr val="dk1"/>
                </a:solidFill>
              </a:endParaRPr>
            </a:p>
            <a:p>
              <a:pPr indent="0" lvl="0" marL="0" marR="0" rtl="0" algn="just">
                <a:lnSpc>
                  <a:spcPct val="80000"/>
                </a:lnSpc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</a:rPr>
                <a:t>La elevada heterogeneidad observada entre individuos refuerza la concepción de la obesidad como un fenotipo biológicamente complejo.</a:t>
              </a:r>
              <a:endParaRPr sz="1800">
                <a:solidFill>
                  <a:schemeClr val="dk1"/>
                </a:solidFill>
              </a:endParaRPr>
            </a:p>
            <a:p>
              <a:pPr indent="0" lvl="0" marL="0" marR="0" rtl="0" algn="just">
                <a:lnSpc>
                  <a:spcPct val="80000"/>
                </a:lnSpc>
                <a:spcBef>
                  <a:spcPts val="1000"/>
                </a:spcBef>
                <a:spcAft>
                  <a:spcPts val="1000"/>
                </a:spcAft>
                <a:buNone/>
              </a:pPr>
              <a:r>
                <a:rPr lang="en-US" sz="1800">
                  <a:solidFill>
                    <a:schemeClr val="dk1"/>
                  </a:solidFill>
                </a:rPr>
                <a:t>Este estudio pone de manifiesto la utilidad del PCA y de los enfoques exploratorios para el análisis de datos transcriptómicos en el contexto de enfermedades complejas.</a:t>
              </a:r>
              <a:endParaRPr sz="1800">
                <a:solidFill>
                  <a:schemeClr val="dk1"/>
                </a:solidFill>
              </a:endParaRPr>
            </a:p>
          </p:txBody>
        </p:sp>
        <p:sp>
          <p:nvSpPr>
            <p:cNvPr id="103" name="Google Shape;103;p3"/>
            <p:cNvSpPr/>
            <p:nvPr/>
          </p:nvSpPr>
          <p:spPr>
            <a:xfrm>
              <a:off x="8077933" y="17303689"/>
              <a:ext cx="5838092" cy="633046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59C2E3"/>
                </a:gs>
                <a:gs pos="100000">
                  <a:srgbClr val="4196C9"/>
                </a:gs>
              </a:gsLst>
              <a:lin ang="2700000" scaled="0"/>
            </a:gradFill>
            <a:ln cap="flat" cmpd="sng" w="19050">
              <a:solidFill>
                <a:srgbClr val="08283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CONCLUSIONES</a:t>
              </a:r>
              <a:endParaRPr/>
            </a:p>
          </p:txBody>
        </p:sp>
      </p:grpSp>
      <p:sp>
        <p:nvSpPr>
          <p:cNvPr id="104" name="Google Shape;104;p3"/>
          <p:cNvSpPr/>
          <p:nvPr/>
        </p:nvSpPr>
        <p:spPr>
          <a:xfrm>
            <a:off x="518175" y="7978571"/>
            <a:ext cx="6799800" cy="753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4196C9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4196C9"/>
                </a:solidFill>
                <a:latin typeface="Arial"/>
                <a:ea typeface="Arial"/>
                <a:cs typeface="Arial"/>
                <a:sym typeface="Arial"/>
              </a:rPr>
              <a:t>Figura 1. </a:t>
            </a:r>
            <a:r>
              <a:rPr b="1" lang="en-US" sz="1800"/>
              <a:t>PCA de genes y clustering de genes (k = 3)</a:t>
            </a:r>
            <a:r>
              <a:rPr b="1" i="0" lang="en-US" sz="1800" u="none" cap="none" strike="noStrike">
                <a:solidFill>
                  <a:srgbClr val="000000"/>
                </a:solidFill>
              </a:rPr>
              <a:t>.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Biplot del análisis de </a:t>
            </a:r>
            <a:r>
              <a:rPr lang="en-US" sz="1800"/>
              <a:t>PCA 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que representa los genes proyectados sobre </a:t>
            </a:r>
            <a:r>
              <a:rPr lang="en-US" sz="1800"/>
              <a:t>PC1 y PC2 con 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clustering de genes en tres grupos.</a:t>
            </a:r>
            <a:endParaRPr/>
          </a:p>
        </p:txBody>
      </p:sp>
      <p:sp>
        <p:nvSpPr>
          <p:cNvPr id="105" name="Google Shape;105;p3"/>
          <p:cNvSpPr/>
          <p:nvPr/>
        </p:nvSpPr>
        <p:spPr>
          <a:xfrm>
            <a:off x="562125" y="12843140"/>
            <a:ext cx="6756000" cy="753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4196C9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4196C9"/>
                </a:solidFill>
                <a:latin typeface="Arial"/>
                <a:ea typeface="Arial"/>
                <a:cs typeface="Arial"/>
                <a:sym typeface="Arial"/>
              </a:rPr>
              <a:t>Figura 3. </a:t>
            </a:r>
            <a:r>
              <a:rPr b="1" lang="en-US" sz="1800"/>
              <a:t>PCA de individuos según categoría de IMC. </a:t>
            </a:r>
            <a:r>
              <a:rPr lang="en-US" sz="1800"/>
              <a:t>Proyección de los individuos en el espacio definido por PC1 y PC2, coloreados según la categoría de IMC.</a:t>
            </a:r>
            <a:endParaRPr sz="1800"/>
          </a:p>
        </p:txBody>
      </p:sp>
      <p:pic>
        <p:nvPicPr>
          <p:cNvPr id="106" name="Google Shape;106;p3" title="Clustering de Genes (k=3).png"/>
          <p:cNvPicPr preferRelativeResize="0"/>
          <p:nvPr/>
        </p:nvPicPr>
        <p:blipFill rotWithShape="1">
          <a:blip r:embed="rId5">
            <a:alphaModFix/>
          </a:blip>
          <a:srcRect b="0" l="7110" r="8735" t="0"/>
          <a:stretch/>
        </p:blipFill>
        <p:spPr>
          <a:xfrm>
            <a:off x="1373250" y="8797358"/>
            <a:ext cx="5089649" cy="4032099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3"/>
          <p:cNvSpPr/>
          <p:nvPr/>
        </p:nvSpPr>
        <p:spPr>
          <a:xfrm>
            <a:off x="7678350" y="7974596"/>
            <a:ext cx="6799800" cy="753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4196C9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4196C9"/>
                </a:solidFill>
                <a:latin typeface="Arial"/>
                <a:ea typeface="Arial"/>
                <a:cs typeface="Arial"/>
                <a:sym typeface="Arial"/>
              </a:rPr>
              <a:t>Figura </a:t>
            </a:r>
            <a:r>
              <a:rPr b="1" lang="en-US" sz="1800">
                <a:solidFill>
                  <a:srgbClr val="4196C9"/>
                </a:solidFill>
              </a:rPr>
              <a:t>2</a:t>
            </a:r>
            <a:r>
              <a:rPr b="1" i="0" lang="en-US" sz="1800" u="none" cap="none" strike="noStrike">
                <a:solidFill>
                  <a:srgbClr val="4196C9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b="1" lang="en-US" sz="1800"/>
              <a:t>Heatmap de correlación genes - PCA. </a:t>
            </a:r>
            <a:r>
              <a:rPr lang="en-US" sz="1800"/>
              <a:t>Muestra las correlaciones de Spearman entre la expresión de los genes analizados y las 6 primeras componentes principales.</a:t>
            </a:r>
            <a:endParaRPr/>
          </a:p>
        </p:txBody>
      </p:sp>
      <p:pic>
        <p:nvPicPr>
          <p:cNvPr id="108" name="Google Shape;108;p3" title="Correlación Spearman_Genes vs PCs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054175" y="8795383"/>
            <a:ext cx="6048148" cy="4032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3" title="Contribución de los PCA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700250" y="13691692"/>
            <a:ext cx="6755999" cy="337799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3"/>
          <p:cNvSpPr/>
          <p:nvPr/>
        </p:nvSpPr>
        <p:spPr>
          <a:xfrm>
            <a:off x="7700250" y="12843165"/>
            <a:ext cx="6756000" cy="753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4196C9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4196C9"/>
                </a:solidFill>
                <a:latin typeface="Arial"/>
                <a:ea typeface="Arial"/>
                <a:cs typeface="Arial"/>
                <a:sym typeface="Arial"/>
              </a:rPr>
              <a:t>Figura </a:t>
            </a:r>
            <a:r>
              <a:rPr b="1" lang="en-US" sz="1800">
                <a:solidFill>
                  <a:srgbClr val="4196C9"/>
                </a:solidFill>
              </a:rPr>
              <a:t>4</a:t>
            </a:r>
            <a:r>
              <a:rPr b="1" i="0" lang="en-US" sz="1800" u="none" cap="none" strike="noStrike">
                <a:solidFill>
                  <a:srgbClr val="4196C9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b="1" i="0" lang="en-US" sz="1800" u="none" cap="none" strike="noStrike">
                <a:solidFill>
                  <a:srgbClr val="4196C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-US" sz="1800"/>
              <a:t>Contribución relativa de los 20 primeros genes a PC1 y PC2.</a:t>
            </a:r>
            <a:r>
              <a:rPr lang="en-US" sz="1800"/>
              <a:t> </a:t>
            </a:r>
            <a:r>
              <a:rPr lang="en-US" sz="1800"/>
              <a:t>La línea discontinua indica la contribución media esperada.</a:t>
            </a:r>
            <a:endParaRPr sz="1800"/>
          </a:p>
        </p:txBody>
      </p:sp>
      <p:pic>
        <p:nvPicPr>
          <p:cNvPr id="111" name="Google Shape;111;p3" title="Individuos según IMC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373250" y="13657213"/>
            <a:ext cx="5089649" cy="3393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3" title="url_qrcodecreator.com_13_05_08.png"/>
          <p:cNvPicPr preferRelativeResize="0"/>
          <p:nvPr/>
        </p:nvPicPr>
        <p:blipFill rotWithShape="1">
          <a:blip r:embed="rId9">
            <a:alphaModFix/>
          </a:blip>
          <a:srcRect b="0" l="0" r="0" t="20286"/>
          <a:stretch/>
        </p:blipFill>
        <p:spPr>
          <a:xfrm>
            <a:off x="13288724" y="2112475"/>
            <a:ext cx="1080901" cy="1128324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3"/>
          <p:cNvSpPr txBox="1"/>
          <p:nvPr/>
        </p:nvSpPr>
        <p:spPr>
          <a:xfrm>
            <a:off x="13070025" y="3213413"/>
            <a:ext cx="1518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</a:rPr>
              <a:t>Repositorio de GitHub</a:t>
            </a:r>
            <a:endParaRPr b="1"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Tema de 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2025-04-21T10:03:24Z</dcterms:created>
  <dc:creator>Victor  de la O Pascual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0x010100DF3D7C797EA12745A270EF30E38719B9</vt:lpwstr>
  </property>
  <property fmtid="{D5CDD505-2E9C-101B-9397-08002B2CF9AE}" pid="3" name="MediaServiceImageTags">
    <vt:lpwstr/>
  </property>
</Properties>
</file>